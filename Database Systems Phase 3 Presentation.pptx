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1"/>
  </p:notesMasterIdLst>
  <p:sldIdLst>
    <p:sldId id="256" r:id="rId2"/>
    <p:sldId id="257" r:id="rId3"/>
    <p:sldId id="258" r:id="rId4"/>
    <p:sldId id="272" r:id="rId5"/>
    <p:sldId id="259" r:id="rId6"/>
    <p:sldId id="273" r:id="rId7"/>
    <p:sldId id="274" r:id="rId8"/>
    <p:sldId id="271" r:id="rId9"/>
    <p:sldId id="260" r:id="rId10"/>
    <p:sldId id="261" r:id="rId11"/>
    <p:sldId id="263" r:id="rId12"/>
    <p:sldId id="262" r:id="rId13"/>
    <p:sldId id="276" r:id="rId14"/>
    <p:sldId id="275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155AF1-CC54-4738-8B5B-068C6366C831}" v="86" dt="2025-12-12T01:04:53.867"/>
    <p1510:client id="{63C51C6A-7EBF-ED4F-7677-7DFA6EBF71E7}" v="3" dt="2025-12-12T00:16:32.9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C5AF76-D3A6-4539-A7E8-207C17E177B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233B4CE-9CC7-4A61-9B79-363EFC679F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project implements a database-driven Conference Management System that supports:</a:t>
          </a:r>
        </a:p>
      </dgm:t>
    </dgm:pt>
    <dgm:pt modelId="{AEB6CBB9-8246-40DE-B809-7EEF127BA94F}" type="parTrans" cxnId="{1BDFD565-3BB3-4DF7-9301-BC69D62AFCB2}">
      <dgm:prSet/>
      <dgm:spPr/>
      <dgm:t>
        <a:bodyPr/>
        <a:lstStyle/>
        <a:p>
          <a:endParaRPr lang="en-US"/>
        </a:p>
      </dgm:t>
    </dgm:pt>
    <dgm:pt modelId="{0080B785-1DD1-4352-8E6B-48F2CDEAB852}" type="sibTrans" cxnId="{1BDFD565-3BB3-4DF7-9301-BC69D62AFCB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BAA1A94-92A2-4BB5-87D9-4EA0CC2E40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Organizing conferences, sessions, rooms, speakers, and schedules</a:t>
          </a:r>
        </a:p>
      </dgm:t>
    </dgm:pt>
    <dgm:pt modelId="{4CF618DF-DC40-42E4-B253-232546256C8B}" type="parTrans" cxnId="{0DFEC184-7F4C-41FF-A54E-07A1EA85A100}">
      <dgm:prSet/>
      <dgm:spPr/>
      <dgm:t>
        <a:bodyPr/>
        <a:lstStyle/>
        <a:p>
          <a:endParaRPr lang="en-US"/>
        </a:p>
      </dgm:t>
    </dgm:pt>
    <dgm:pt modelId="{411375D7-0736-4C60-BA3B-1A8253788767}" type="sibTrans" cxnId="{0DFEC184-7F4C-41FF-A54E-07A1EA85A10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0B8BF9E-646D-468C-9A6D-25C5859C77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Managing room availability using independent room time slots</a:t>
          </a:r>
        </a:p>
      </dgm:t>
    </dgm:pt>
    <dgm:pt modelId="{EEFB9009-E24E-44C5-AF48-F30829BA2C35}" type="parTrans" cxnId="{B6676655-2BE0-44CE-B2EB-3AA1ED88402F}">
      <dgm:prSet/>
      <dgm:spPr/>
      <dgm:t>
        <a:bodyPr/>
        <a:lstStyle/>
        <a:p>
          <a:endParaRPr lang="en-US"/>
        </a:p>
      </dgm:t>
    </dgm:pt>
    <dgm:pt modelId="{7556C701-54E8-4B0C-B98F-47718CACF14F}" type="sibTrans" cxnId="{B6676655-2BE0-44CE-B2EB-3AA1ED88402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65CA529-F0A3-407C-8BE8-4285364A52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Assigning sessions to room schedules through a many-to-many bridge</a:t>
          </a:r>
        </a:p>
      </dgm:t>
    </dgm:pt>
    <dgm:pt modelId="{17A34D1E-C7AB-437D-902A-868F4CA5361C}" type="parTrans" cxnId="{B12DA63A-E8C5-4FA3-AD27-F0128235B824}">
      <dgm:prSet/>
      <dgm:spPr/>
      <dgm:t>
        <a:bodyPr/>
        <a:lstStyle/>
        <a:p>
          <a:endParaRPr lang="en-US"/>
        </a:p>
      </dgm:t>
    </dgm:pt>
    <dgm:pt modelId="{B878D11B-CC38-42C3-9A14-B6D41992815B}" type="sibTrans" cxnId="{B12DA63A-E8C5-4FA3-AD27-F0128235B82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F8C419B-55F2-48EF-BB5C-8A4E71DC78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Tracking administrative activity through logging</a:t>
          </a:r>
        </a:p>
      </dgm:t>
    </dgm:pt>
    <dgm:pt modelId="{5CFE4E05-A9F9-444C-95E7-D9196333E56F}" type="parTrans" cxnId="{D7D84A7E-15B6-4E77-AB24-AA410C679E10}">
      <dgm:prSet/>
      <dgm:spPr/>
      <dgm:t>
        <a:bodyPr/>
        <a:lstStyle/>
        <a:p>
          <a:endParaRPr lang="en-US"/>
        </a:p>
      </dgm:t>
    </dgm:pt>
    <dgm:pt modelId="{2381A1E0-3C37-46BB-8913-8CAD71113105}" type="sibTrans" cxnId="{D7D84A7E-15B6-4E77-AB24-AA410C679E1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588B25E-A15A-4ECE-8708-1B53BC75D8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system is designed following a fully normalized relational model and provides an interactive application layer for performing scheduling and administrative tasks.</a:t>
          </a:r>
        </a:p>
      </dgm:t>
    </dgm:pt>
    <dgm:pt modelId="{D9400390-7812-4BE9-864C-D2DBFF5723B9}" type="parTrans" cxnId="{E9B9431A-F580-4EF7-94D2-0583B3841B70}">
      <dgm:prSet/>
      <dgm:spPr/>
      <dgm:t>
        <a:bodyPr/>
        <a:lstStyle/>
        <a:p>
          <a:endParaRPr lang="en-US"/>
        </a:p>
      </dgm:t>
    </dgm:pt>
    <dgm:pt modelId="{8D5476C8-C528-4864-9876-221A7763C5FF}" type="sibTrans" cxnId="{E9B9431A-F580-4EF7-94D2-0583B3841B70}">
      <dgm:prSet/>
      <dgm:spPr/>
      <dgm:t>
        <a:bodyPr/>
        <a:lstStyle/>
        <a:p>
          <a:endParaRPr lang="en-US"/>
        </a:p>
      </dgm:t>
    </dgm:pt>
    <dgm:pt modelId="{DB4B5432-B9B8-472C-967F-5BB9524DDC21}" type="pres">
      <dgm:prSet presAssocID="{58C5AF76-D3A6-4539-A7E8-207C17E177B3}" presName="root" presStyleCnt="0">
        <dgm:presLayoutVars>
          <dgm:dir/>
          <dgm:resizeHandles val="exact"/>
        </dgm:presLayoutVars>
      </dgm:prSet>
      <dgm:spPr/>
    </dgm:pt>
    <dgm:pt modelId="{0AFB38DB-6894-4C9C-87E6-52516EE7F162}" type="pres">
      <dgm:prSet presAssocID="{58C5AF76-D3A6-4539-A7E8-207C17E177B3}" presName="container" presStyleCnt="0">
        <dgm:presLayoutVars>
          <dgm:dir/>
          <dgm:resizeHandles val="exact"/>
        </dgm:presLayoutVars>
      </dgm:prSet>
      <dgm:spPr/>
    </dgm:pt>
    <dgm:pt modelId="{4ECC62A4-48CD-4BE1-A833-4B4ED5345DE8}" type="pres">
      <dgm:prSet presAssocID="{2233B4CE-9CC7-4A61-9B79-363EFC679FF8}" presName="compNode" presStyleCnt="0"/>
      <dgm:spPr/>
    </dgm:pt>
    <dgm:pt modelId="{69EEF1BB-E5EC-4161-9B8B-0FCF6022B203}" type="pres">
      <dgm:prSet presAssocID="{2233B4CE-9CC7-4A61-9B79-363EFC679FF8}" presName="iconBgRect" presStyleLbl="bgShp" presStyleIdx="0" presStyleCnt="6"/>
      <dgm:spPr/>
    </dgm:pt>
    <dgm:pt modelId="{C3BA8144-AD54-4AEA-985B-B771492698DB}" type="pres">
      <dgm:prSet presAssocID="{2233B4CE-9CC7-4A61-9B79-363EFC679FF8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3446798C-F1FD-4ED8-AFF6-0EB35593303B}" type="pres">
      <dgm:prSet presAssocID="{2233B4CE-9CC7-4A61-9B79-363EFC679FF8}" presName="spaceRect" presStyleCnt="0"/>
      <dgm:spPr/>
    </dgm:pt>
    <dgm:pt modelId="{339A4376-5903-4DD3-9504-F3F599AC9840}" type="pres">
      <dgm:prSet presAssocID="{2233B4CE-9CC7-4A61-9B79-363EFC679FF8}" presName="textRect" presStyleLbl="revTx" presStyleIdx="0" presStyleCnt="6">
        <dgm:presLayoutVars>
          <dgm:chMax val="1"/>
          <dgm:chPref val="1"/>
        </dgm:presLayoutVars>
      </dgm:prSet>
      <dgm:spPr/>
    </dgm:pt>
    <dgm:pt modelId="{DB6B002C-613D-4529-9E65-0671B849CAD0}" type="pres">
      <dgm:prSet presAssocID="{0080B785-1DD1-4352-8E6B-48F2CDEAB852}" presName="sibTrans" presStyleLbl="sibTrans2D1" presStyleIdx="0" presStyleCnt="0"/>
      <dgm:spPr/>
    </dgm:pt>
    <dgm:pt modelId="{3625D8E7-EE3B-47C9-A107-45A786C95C5E}" type="pres">
      <dgm:prSet presAssocID="{5BAA1A94-92A2-4BB5-87D9-4EA0CC2E4072}" presName="compNode" presStyleCnt="0"/>
      <dgm:spPr/>
    </dgm:pt>
    <dgm:pt modelId="{B6DB5614-A394-43B5-9CDD-294F8BE123E9}" type="pres">
      <dgm:prSet presAssocID="{5BAA1A94-92A2-4BB5-87D9-4EA0CC2E4072}" presName="iconBgRect" presStyleLbl="bgShp" presStyleIdx="1" presStyleCnt="6"/>
      <dgm:spPr/>
    </dgm:pt>
    <dgm:pt modelId="{46C7B1AF-A4F4-4173-A7FC-048579BFBB4A}" type="pres">
      <dgm:prSet presAssocID="{5BAA1A94-92A2-4BB5-87D9-4EA0CC2E407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cturer"/>
        </a:ext>
      </dgm:extLst>
    </dgm:pt>
    <dgm:pt modelId="{131074F3-2DE5-451D-8F6A-727C3378C06A}" type="pres">
      <dgm:prSet presAssocID="{5BAA1A94-92A2-4BB5-87D9-4EA0CC2E4072}" presName="spaceRect" presStyleCnt="0"/>
      <dgm:spPr/>
    </dgm:pt>
    <dgm:pt modelId="{A3A66F4A-7C1E-4940-BA78-C8AE5AB4578D}" type="pres">
      <dgm:prSet presAssocID="{5BAA1A94-92A2-4BB5-87D9-4EA0CC2E4072}" presName="textRect" presStyleLbl="revTx" presStyleIdx="1" presStyleCnt="6">
        <dgm:presLayoutVars>
          <dgm:chMax val="1"/>
          <dgm:chPref val="1"/>
        </dgm:presLayoutVars>
      </dgm:prSet>
      <dgm:spPr/>
    </dgm:pt>
    <dgm:pt modelId="{5AA49C4F-7401-4F1E-838C-157DFB91B701}" type="pres">
      <dgm:prSet presAssocID="{411375D7-0736-4C60-BA3B-1A8253788767}" presName="sibTrans" presStyleLbl="sibTrans2D1" presStyleIdx="0" presStyleCnt="0"/>
      <dgm:spPr/>
    </dgm:pt>
    <dgm:pt modelId="{A67ED3E3-763D-4DAB-AD3C-11F28B0DC3B3}" type="pres">
      <dgm:prSet presAssocID="{80B8BF9E-646D-468C-9A6D-25C5859C772F}" presName="compNode" presStyleCnt="0"/>
      <dgm:spPr/>
    </dgm:pt>
    <dgm:pt modelId="{BA6378C9-6881-4D40-AD04-5D4FAFFDCC3A}" type="pres">
      <dgm:prSet presAssocID="{80B8BF9E-646D-468C-9A6D-25C5859C772F}" presName="iconBgRect" presStyleLbl="bgShp" presStyleIdx="2" presStyleCnt="6"/>
      <dgm:spPr/>
    </dgm:pt>
    <dgm:pt modelId="{12E236F0-5602-4091-B1EA-DC1F2511E64A}" type="pres">
      <dgm:prSet presAssocID="{80B8BF9E-646D-468C-9A6D-25C5859C772F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FD32CEF-8299-409A-8530-373CCB6427F3}" type="pres">
      <dgm:prSet presAssocID="{80B8BF9E-646D-468C-9A6D-25C5859C772F}" presName="spaceRect" presStyleCnt="0"/>
      <dgm:spPr/>
    </dgm:pt>
    <dgm:pt modelId="{3C775424-116C-4F55-8AC3-55E470FE2AD2}" type="pres">
      <dgm:prSet presAssocID="{80B8BF9E-646D-468C-9A6D-25C5859C772F}" presName="textRect" presStyleLbl="revTx" presStyleIdx="2" presStyleCnt="6">
        <dgm:presLayoutVars>
          <dgm:chMax val="1"/>
          <dgm:chPref val="1"/>
        </dgm:presLayoutVars>
      </dgm:prSet>
      <dgm:spPr/>
    </dgm:pt>
    <dgm:pt modelId="{2F75BC9F-0E2B-47D7-810D-92A223A90562}" type="pres">
      <dgm:prSet presAssocID="{7556C701-54E8-4B0C-B98F-47718CACF14F}" presName="sibTrans" presStyleLbl="sibTrans2D1" presStyleIdx="0" presStyleCnt="0"/>
      <dgm:spPr/>
    </dgm:pt>
    <dgm:pt modelId="{978AAB24-423F-4A3A-9467-AC400D1AC53E}" type="pres">
      <dgm:prSet presAssocID="{865CA529-F0A3-407C-8BE8-4285364A5294}" presName="compNode" presStyleCnt="0"/>
      <dgm:spPr/>
    </dgm:pt>
    <dgm:pt modelId="{6CC52985-2653-4D3D-9426-4993D0D932B1}" type="pres">
      <dgm:prSet presAssocID="{865CA529-F0A3-407C-8BE8-4285364A5294}" presName="iconBgRect" presStyleLbl="bgShp" presStyleIdx="3" presStyleCnt="6"/>
      <dgm:spPr/>
    </dgm:pt>
    <dgm:pt modelId="{B2CD28E9-DBC0-4DEB-9D8D-14EAEB62B6AA}" type="pres">
      <dgm:prSet presAssocID="{865CA529-F0A3-407C-8BE8-4285364A529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E980392A-7A2E-4A50-B24A-E04D7E033165}" type="pres">
      <dgm:prSet presAssocID="{865CA529-F0A3-407C-8BE8-4285364A5294}" presName="spaceRect" presStyleCnt="0"/>
      <dgm:spPr/>
    </dgm:pt>
    <dgm:pt modelId="{538BD47E-EF98-48FF-8D2E-21CB37846E33}" type="pres">
      <dgm:prSet presAssocID="{865CA529-F0A3-407C-8BE8-4285364A5294}" presName="textRect" presStyleLbl="revTx" presStyleIdx="3" presStyleCnt="6">
        <dgm:presLayoutVars>
          <dgm:chMax val="1"/>
          <dgm:chPref val="1"/>
        </dgm:presLayoutVars>
      </dgm:prSet>
      <dgm:spPr/>
    </dgm:pt>
    <dgm:pt modelId="{C66B1697-D87E-4AD0-844C-52F960CACD29}" type="pres">
      <dgm:prSet presAssocID="{B878D11B-CC38-42C3-9A14-B6D41992815B}" presName="sibTrans" presStyleLbl="sibTrans2D1" presStyleIdx="0" presStyleCnt="0"/>
      <dgm:spPr/>
    </dgm:pt>
    <dgm:pt modelId="{E4E6D0B9-10F0-45AC-BE0A-7D20C78BCE3B}" type="pres">
      <dgm:prSet presAssocID="{8F8C419B-55F2-48EF-BB5C-8A4E71DC78B3}" presName="compNode" presStyleCnt="0"/>
      <dgm:spPr/>
    </dgm:pt>
    <dgm:pt modelId="{F7071B0F-DABD-4C32-8778-5976D0F88620}" type="pres">
      <dgm:prSet presAssocID="{8F8C419B-55F2-48EF-BB5C-8A4E71DC78B3}" presName="iconBgRect" presStyleLbl="bgShp" presStyleIdx="4" presStyleCnt="6"/>
      <dgm:spPr/>
    </dgm:pt>
    <dgm:pt modelId="{4B4F3BC5-5CCC-48A4-AFF3-34A5E7FA1527}" type="pres">
      <dgm:prSet presAssocID="{8F8C419B-55F2-48EF-BB5C-8A4E71DC78B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26832D0-24EF-47A9-92D1-54E10FBF055F}" type="pres">
      <dgm:prSet presAssocID="{8F8C419B-55F2-48EF-BB5C-8A4E71DC78B3}" presName="spaceRect" presStyleCnt="0"/>
      <dgm:spPr/>
    </dgm:pt>
    <dgm:pt modelId="{39000097-70D0-4193-A3F5-A5E6B4069024}" type="pres">
      <dgm:prSet presAssocID="{8F8C419B-55F2-48EF-BB5C-8A4E71DC78B3}" presName="textRect" presStyleLbl="revTx" presStyleIdx="4" presStyleCnt="6">
        <dgm:presLayoutVars>
          <dgm:chMax val="1"/>
          <dgm:chPref val="1"/>
        </dgm:presLayoutVars>
      </dgm:prSet>
      <dgm:spPr/>
    </dgm:pt>
    <dgm:pt modelId="{B746D6F9-422B-4BBF-B97C-C536D94F5C32}" type="pres">
      <dgm:prSet presAssocID="{2381A1E0-3C37-46BB-8913-8CAD71113105}" presName="sibTrans" presStyleLbl="sibTrans2D1" presStyleIdx="0" presStyleCnt="0"/>
      <dgm:spPr/>
    </dgm:pt>
    <dgm:pt modelId="{2A4518B3-B3B6-426A-8C72-1D674ADA5A9D}" type="pres">
      <dgm:prSet presAssocID="{A588B25E-A15A-4ECE-8708-1B53BC75D829}" presName="compNode" presStyleCnt="0"/>
      <dgm:spPr/>
    </dgm:pt>
    <dgm:pt modelId="{0D9B1960-F9E7-44A0-82B7-D36E50B3D894}" type="pres">
      <dgm:prSet presAssocID="{A588B25E-A15A-4ECE-8708-1B53BC75D829}" presName="iconBgRect" presStyleLbl="bgShp" presStyleIdx="5" presStyleCnt="6"/>
      <dgm:spPr/>
    </dgm:pt>
    <dgm:pt modelId="{970BEF59-AB59-4CA7-8DA0-B59F7C5998EB}" type="pres">
      <dgm:prSet presAssocID="{A588B25E-A15A-4ECE-8708-1B53BC75D82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D485E0E-B307-460D-8392-2A195EA36F0B}" type="pres">
      <dgm:prSet presAssocID="{A588B25E-A15A-4ECE-8708-1B53BC75D829}" presName="spaceRect" presStyleCnt="0"/>
      <dgm:spPr/>
    </dgm:pt>
    <dgm:pt modelId="{80198968-BC1F-4A7A-9AC1-BA0D3904F439}" type="pres">
      <dgm:prSet presAssocID="{A588B25E-A15A-4ECE-8708-1B53BC75D82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3C014C01-8A6B-4C33-AE86-EB3C8B5015B9}" type="presOf" srcId="{2381A1E0-3C37-46BB-8913-8CAD71113105}" destId="{B746D6F9-422B-4BBF-B97C-C536D94F5C32}" srcOrd="0" destOrd="0" presId="urn:microsoft.com/office/officeart/2018/2/layout/IconCircleList"/>
    <dgm:cxn modelId="{91DC2B05-1D3F-4C4D-AB3B-D9E76CB24738}" type="presOf" srcId="{865CA529-F0A3-407C-8BE8-4285364A5294}" destId="{538BD47E-EF98-48FF-8D2E-21CB37846E33}" srcOrd="0" destOrd="0" presId="urn:microsoft.com/office/officeart/2018/2/layout/IconCircleList"/>
    <dgm:cxn modelId="{E9B9431A-F580-4EF7-94D2-0583B3841B70}" srcId="{58C5AF76-D3A6-4539-A7E8-207C17E177B3}" destId="{A588B25E-A15A-4ECE-8708-1B53BC75D829}" srcOrd="5" destOrd="0" parTransId="{D9400390-7812-4BE9-864C-D2DBFF5723B9}" sibTransId="{8D5476C8-C528-4864-9876-221A7763C5FF}"/>
    <dgm:cxn modelId="{DAAC671C-D20B-436F-AF55-99A4A7CF4049}" type="presOf" srcId="{B878D11B-CC38-42C3-9A14-B6D41992815B}" destId="{C66B1697-D87E-4AD0-844C-52F960CACD29}" srcOrd="0" destOrd="0" presId="urn:microsoft.com/office/officeart/2018/2/layout/IconCircleList"/>
    <dgm:cxn modelId="{40A1F923-AE34-414D-953A-8CB19D12A81C}" type="presOf" srcId="{58C5AF76-D3A6-4539-A7E8-207C17E177B3}" destId="{DB4B5432-B9B8-472C-967F-5BB9524DDC21}" srcOrd="0" destOrd="0" presId="urn:microsoft.com/office/officeart/2018/2/layout/IconCircleList"/>
    <dgm:cxn modelId="{63576131-DDED-44D3-A296-E30BA5A44F62}" type="presOf" srcId="{5BAA1A94-92A2-4BB5-87D9-4EA0CC2E4072}" destId="{A3A66F4A-7C1E-4940-BA78-C8AE5AB4578D}" srcOrd="0" destOrd="0" presId="urn:microsoft.com/office/officeart/2018/2/layout/IconCircleList"/>
    <dgm:cxn modelId="{B12DA63A-E8C5-4FA3-AD27-F0128235B824}" srcId="{58C5AF76-D3A6-4539-A7E8-207C17E177B3}" destId="{865CA529-F0A3-407C-8BE8-4285364A5294}" srcOrd="3" destOrd="0" parTransId="{17A34D1E-C7AB-437D-902A-868F4CA5361C}" sibTransId="{B878D11B-CC38-42C3-9A14-B6D41992815B}"/>
    <dgm:cxn modelId="{1BDFD565-3BB3-4DF7-9301-BC69D62AFCB2}" srcId="{58C5AF76-D3A6-4539-A7E8-207C17E177B3}" destId="{2233B4CE-9CC7-4A61-9B79-363EFC679FF8}" srcOrd="0" destOrd="0" parTransId="{AEB6CBB9-8246-40DE-B809-7EEF127BA94F}" sibTransId="{0080B785-1DD1-4352-8E6B-48F2CDEAB852}"/>
    <dgm:cxn modelId="{A9B6374B-6CC0-43B2-91F5-0C416F96A495}" type="presOf" srcId="{411375D7-0736-4C60-BA3B-1A8253788767}" destId="{5AA49C4F-7401-4F1E-838C-157DFB91B701}" srcOrd="0" destOrd="0" presId="urn:microsoft.com/office/officeart/2018/2/layout/IconCircleList"/>
    <dgm:cxn modelId="{BF4F3F75-7233-4DD7-A56B-58831050B6C6}" type="presOf" srcId="{0080B785-1DD1-4352-8E6B-48F2CDEAB852}" destId="{DB6B002C-613D-4529-9E65-0671B849CAD0}" srcOrd="0" destOrd="0" presId="urn:microsoft.com/office/officeart/2018/2/layout/IconCircleList"/>
    <dgm:cxn modelId="{B6676655-2BE0-44CE-B2EB-3AA1ED88402F}" srcId="{58C5AF76-D3A6-4539-A7E8-207C17E177B3}" destId="{80B8BF9E-646D-468C-9A6D-25C5859C772F}" srcOrd="2" destOrd="0" parTransId="{EEFB9009-E24E-44C5-AF48-F30829BA2C35}" sibTransId="{7556C701-54E8-4B0C-B98F-47718CACF14F}"/>
    <dgm:cxn modelId="{D7D84A7E-15B6-4E77-AB24-AA410C679E10}" srcId="{58C5AF76-D3A6-4539-A7E8-207C17E177B3}" destId="{8F8C419B-55F2-48EF-BB5C-8A4E71DC78B3}" srcOrd="4" destOrd="0" parTransId="{5CFE4E05-A9F9-444C-95E7-D9196333E56F}" sibTransId="{2381A1E0-3C37-46BB-8913-8CAD71113105}"/>
    <dgm:cxn modelId="{0DFEC184-7F4C-41FF-A54E-07A1EA85A100}" srcId="{58C5AF76-D3A6-4539-A7E8-207C17E177B3}" destId="{5BAA1A94-92A2-4BB5-87D9-4EA0CC2E4072}" srcOrd="1" destOrd="0" parTransId="{4CF618DF-DC40-42E4-B253-232546256C8B}" sibTransId="{411375D7-0736-4C60-BA3B-1A8253788767}"/>
    <dgm:cxn modelId="{AEE353A1-A3C1-482F-9B4D-BD0F8B2120AA}" type="presOf" srcId="{2233B4CE-9CC7-4A61-9B79-363EFC679FF8}" destId="{339A4376-5903-4DD3-9504-F3F599AC9840}" srcOrd="0" destOrd="0" presId="urn:microsoft.com/office/officeart/2018/2/layout/IconCircleList"/>
    <dgm:cxn modelId="{2373BDBF-F308-4907-A073-0F2F6368282B}" type="presOf" srcId="{A588B25E-A15A-4ECE-8708-1B53BC75D829}" destId="{80198968-BC1F-4A7A-9AC1-BA0D3904F439}" srcOrd="0" destOrd="0" presId="urn:microsoft.com/office/officeart/2018/2/layout/IconCircleList"/>
    <dgm:cxn modelId="{BFAB5DC0-3528-41F4-B1FA-00BCA24E2B0D}" type="presOf" srcId="{7556C701-54E8-4B0C-B98F-47718CACF14F}" destId="{2F75BC9F-0E2B-47D7-810D-92A223A90562}" srcOrd="0" destOrd="0" presId="urn:microsoft.com/office/officeart/2018/2/layout/IconCircleList"/>
    <dgm:cxn modelId="{9FF216E1-B227-4C11-A301-C81C103CB896}" type="presOf" srcId="{80B8BF9E-646D-468C-9A6D-25C5859C772F}" destId="{3C775424-116C-4F55-8AC3-55E470FE2AD2}" srcOrd="0" destOrd="0" presId="urn:microsoft.com/office/officeart/2018/2/layout/IconCircleList"/>
    <dgm:cxn modelId="{5A7C13E9-505E-4C75-BB38-4765BD1D0266}" type="presOf" srcId="{8F8C419B-55F2-48EF-BB5C-8A4E71DC78B3}" destId="{39000097-70D0-4193-A3F5-A5E6B4069024}" srcOrd="0" destOrd="0" presId="urn:microsoft.com/office/officeart/2018/2/layout/IconCircleList"/>
    <dgm:cxn modelId="{5986F871-E96A-4EB2-87FB-7C590E8F597C}" type="presParOf" srcId="{DB4B5432-B9B8-472C-967F-5BB9524DDC21}" destId="{0AFB38DB-6894-4C9C-87E6-52516EE7F162}" srcOrd="0" destOrd="0" presId="urn:microsoft.com/office/officeart/2018/2/layout/IconCircleList"/>
    <dgm:cxn modelId="{44BF5C83-B5C5-449C-9602-0631F104F111}" type="presParOf" srcId="{0AFB38DB-6894-4C9C-87E6-52516EE7F162}" destId="{4ECC62A4-48CD-4BE1-A833-4B4ED5345DE8}" srcOrd="0" destOrd="0" presId="urn:microsoft.com/office/officeart/2018/2/layout/IconCircleList"/>
    <dgm:cxn modelId="{52033BE9-3A91-4D38-93CC-46E3FBD00A9C}" type="presParOf" srcId="{4ECC62A4-48CD-4BE1-A833-4B4ED5345DE8}" destId="{69EEF1BB-E5EC-4161-9B8B-0FCF6022B203}" srcOrd="0" destOrd="0" presId="urn:microsoft.com/office/officeart/2018/2/layout/IconCircleList"/>
    <dgm:cxn modelId="{083CF04C-8D3B-4EC3-8622-790646B1B787}" type="presParOf" srcId="{4ECC62A4-48CD-4BE1-A833-4B4ED5345DE8}" destId="{C3BA8144-AD54-4AEA-985B-B771492698DB}" srcOrd="1" destOrd="0" presId="urn:microsoft.com/office/officeart/2018/2/layout/IconCircleList"/>
    <dgm:cxn modelId="{44086CCD-BDCD-4420-B92E-9C971AB8282E}" type="presParOf" srcId="{4ECC62A4-48CD-4BE1-A833-4B4ED5345DE8}" destId="{3446798C-F1FD-4ED8-AFF6-0EB35593303B}" srcOrd="2" destOrd="0" presId="urn:microsoft.com/office/officeart/2018/2/layout/IconCircleList"/>
    <dgm:cxn modelId="{447EA363-B94D-4C6E-B5A8-CCFD2BCBB7C1}" type="presParOf" srcId="{4ECC62A4-48CD-4BE1-A833-4B4ED5345DE8}" destId="{339A4376-5903-4DD3-9504-F3F599AC9840}" srcOrd="3" destOrd="0" presId="urn:microsoft.com/office/officeart/2018/2/layout/IconCircleList"/>
    <dgm:cxn modelId="{EB70BFBD-851E-4E31-BE7E-3ABC53221E50}" type="presParOf" srcId="{0AFB38DB-6894-4C9C-87E6-52516EE7F162}" destId="{DB6B002C-613D-4529-9E65-0671B849CAD0}" srcOrd="1" destOrd="0" presId="urn:microsoft.com/office/officeart/2018/2/layout/IconCircleList"/>
    <dgm:cxn modelId="{62018E0C-5815-4648-9E25-95E4E9C23B93}" type="presParOf" srcId="{0AFB38DB-6894-4C9C-87E6-52516EE7F162}" destId="{3625D8E7-EE3B-47C9-A107-45A786C95C5E}" srcOrd="2" destOrd="0" presId="urn:microsoft.com/office/officeart/2018/2/layout/IconCircleList"/>
    <dgm:cxn modelId="{A6B36A50-6A43-4D76-84FE-AE57EB62159A}" type="presParOf" srcId="{3625D8E7-EE3B-47C9-A107-45A786C95C5E}" destId="{B6DB5614-A394-43B5-9CDD-294F8BE123E9}" srcOrd="0" destOrd="0" presId="urn:microsoft.com/office/officeart/2018/2/layout/IconCircleList"/>
    <dgm:cxn modelId="{D90F9811-CA2B-4CCA-BAF1-4D15592FC13A}" type="presParOf" srcId="{3625D8E7-EE3B-47C9-A107-45A786C95C5E}" destId="{46C7B1AF-A4F4-4173-A7FC-048579BFBB4A}" srcOrd="1" destOrd="0" presId="urn:microsoft.com/office/officeart/2018/2/layout/IconCircleList"/>
    <dgm:cxn modelId="{F0BC9364-0958-4466-9C20-CFC8726BA1D1}" type="presParOf" srcId="{3625D8E7-EE3B-47C9-A107-45A786C95C5E}" destId="{131074F3-2DE5-451D-8F6A-727C3378C06A}" srcOrd="2" destOrd="0" presId="urn:microsoft.com/office/officeart/2018/2/layout/IconCircleList"/>
    <dgm:cxn modelId="{D2C43342-37D7-4071-81DC-6D3214A19DCD}" type="presParOf" srcId="{3625D8E7-EE3B-47C9-A107-45A786C95C5E}" destId="{A3A66F4A-7C1E-4940-BA78-C8AE5AB4578D}" srcOrd="3" destOrd="0" presId="urn:microsoft.com/office/officeart/2018/2/layout/IconCircleList"/>
    <dgm:cxn modelId="{FA64FACC-14FD-4097-8C9F-C3D48399B2D6}" type="presParOf" srcId="{0AFB38DB-6894-4C9C-87E6-52516EE7F162}" destId="{5AA49C4F-7401-4F1E-838C-157DFB91B701}" srcOrd="3" destOrd="0" presId="urn:microsoft.com/office/officeart/2018/2/layout/IconCircleList"/>
    <dgm:cxn modelId="{C0A523AB-EEF2-433F-9735-7C15C213ECC7}" type="presParOf" srcId="{0AFB38DB-6894-4C9C-87E6-52516EE7F162}" destId="{A67ED3E3-763D-4DAB-AD3C-11F28B0DC3B3}" srcOrd="4" destOrd="0" presId="urn:microsoft.com/office/officeart/2018/2/layout/IconCircleList"/>
    <dgm:cxn modelId="{0EEE94CD-41CF-40C8-9938-61902920AC15}" type="presParOf" srcId="{A67ED3E3-763D-4DAB-AD3C-11F28B0DC3B3}" destId="{BA6378C9-6881-4D40-AD04-5D4FAFFDCC3A}" srcOrd="0" destOrd="0" presId="urn:microsoft.com/office/officeart/2018/2/layout/IconCircleList"/>
    <dgm:cxn modelId="{04AB9F4B-C05E-4F8A-BD25-53DCBF3D81F8}" type="presParOf" srcId="{A67ED3E3-763D-4DAB-AD3C-11F28B0DC3B3}" destId="{12E236F0-5602-4091-B1EA-DC1F2511E64A}" srcOrd="1" destOrd="0" presId="urn:microsoft.com/office/officeart/2018/2/layout/IconCircleList"/>
    <dgm:cxn modelId="{71DF1464-C7B9-4F5B-AB58-A68CB9D98E16}" type="presParOf" srcId="{A67ED3E3-763D-4DAB-AD3C-11F28B0DC3B3}" destId="{0FD32CEF-8299-409A-8530-373CCB6427F3}" srcOrd="2" destOrd="0" presId="urn:microsoft.com/office/officeart/2018/2/layout/IconCircleList"/>
    <dgm:cxn modelId="{5BEC8169-D795-44BA-BE33-65B2D136686B}" type="presParOf" srcId="{A67ED3E3-763D-4DAB-AD3C-11F28B0DC3B3}" destId="{3C775424-116C-4F55-8AC3-55E470FE2AD2}" srcOrd="3" destOrd="0" presId="urn:microsoft.com/office/officeart/2018/2/layout/IconCircleList"/>
    <dgm:cxn modelId="{6221CFF4-5CB6-4D1C-8D7A-6C852D311F1E}" type="presParOf" srcId="{0AFB38DB-6894-4C9C-87E6-52516EE7F162}" destId="{2F75BC9F-0E2B-47D7-810D-92A223A90562}" srcOrd="5" destOrd="0" presId="urn:microsoft.com/office/officeart/2018/2/layout/IconCircleList"/>
    <dgm:cxn modelId="{368695CB-2FE8-4AAA-BDF1-4405C5F050F8}" type="presParOf" srcId="{0AFB38DB-6894-4C9C-87E6-52516EE7F162}" destId="{978AAB24-423F-4A3A-9467-AC400D1AC53E}" srcOrd="6" destOrd="0" presId="urn:microsoft.com/office/officeart/2018/2/layout/IconCircleList"/>
    <dgm:cxn modelId="{265F00FD-9212-4356-9580-0B934147C7A3}" type="presParOf" srcId="{978AAB24-423F-4A3A-9467-AC400D1AC53E}" destId="{6CC52985-2653-4D3D-9426-4993D0D932B1}" srcOrd="0" destOrd="0" presId="urn:microsoft.com/office/officeart/2018/2/layout/IconCircleList"/>
    <dgm:cxn modelId="{9D6FB5BA-B4BE-4C4F-B4E9-528B749DF0FE}" type="presParOf" srcId="{978AAB24-423F-4A3A-9467-AC400D1AC53E}" destId="{B2CD28E9-DBC0-4DEB-9D8D-14EAEB62B6AA}" srcOrd="1" destOrd="0" presId="urn:microsoft.com/office/officeart/2018/2/layout/IconCircleList"/>
    <dgm:cxn modelId="{5C7723E6-AA97-475A-B4B9-D2A63789929B}" type="presParOf" srcId="{978AAB24-423F-4A3A-9467-AC400D1AC53E}" destId="{E980392A-7A2E-4A50-B24A-E04D7E033165}" srcOrd="2" destOrd="0" presId="urn:microsoft.com/office/officeart/2018/2/layout/IconCircleList"/>
    <dgm:cxn modelId="{18F0C953-D80B-478C-AFD7-96D58BAD636B}" type="presParOf" srcId="{978AAB24-423F-4A3A-9467-AC400D1AC53E}" destId="{538BD47E-EF98-48FF-8D2E-21CB37846E33}" srcOrd="3" destOrd="0" presId="urn:microsoft.com/office/officeart/2018/2/layout/IconCircleList"/>
    <dgm:cxn modelId="{A68AFBEC-F6C7-48E5-8D83-66208E7EB7E3}" type="presParOf" srcId="{0AFB38DB-6894-4C9C-87E6-52516EE7F162}" destId="{C66B1697-D87E-4AD0-844C-52F960CACD29}" srcOrd="7" destOrd="0" presId="urn:microsoft.com/office/officeart/2018/2/layout/IconCircleList"/>
    <dgm:cxn modelId="{3E53DAB4-980F-435B-95B6-87385A3D26C2}" type="presParOf" srcId="{0AFB38DB-6894-4C9C-87E6-52516EE7F162}" destId="{E4E6D0B9-10F0-45AC-BE0A-7D20C78BCE3B}" srcOrd="8" destOrd="0" presId="urn:microsoft.com/office/officeart/2018/2/layout/IconCircleList"/>
    <dgm:cxn modelId="{052D9AEC-66A1-4536-B8E4-F21810FB8227}" type="presParOf" srcId="{E4E6D0B9-10F0-45AC-BE0A-7D20C78BCE3B}" destId="{F7071B0F-DABD-4C32-8778-5976D0F88620}" srcOrd="0" destOrd="0" presId="urn:microsoft.com/office/officeart/2018/2/layout/IconCircleList"/>
    <dgm:cxn modelId="{68BBA2ED-C1E8-4DD7-924B-E913119A626A}" type="presParOf" srcId="{E4E6D0B9-10F0-45AC-BE0A-7D20C78BCE3B}" destId="{4B4F3BC5-5CCC-48A4-AFF3-34A5E7FA1527}" srcOrd="1" destOrd="0" presId="urn:microsoft.com/office/officeart/2018/2/layout/IconCircleList"/>
    <dgm:cxn modelId="{33136D34-E18E-4EEC-8B42-2763DF5CB9D8}" type="presParOf" srcId="{E4E6D0B9-10F0-45AC-BE0A-7D20C78BCE3B}" destId="{C26832D0-24EF-47A9-92D1-54E10FBF055F}" srcOrd="2" destOrd="0" presId="urn:microsoft.com/office/officeart/2018/2/layout/IconCircleList"/>
    <dgm:cxn modelId="{5B0DC172-E548-44B8-8CDD-DFA386D71943}" type="presParOf" srcId="{E4E6D0B9-10F0-45AC-BE0A-7D20C78BCE3B}" destId="{39000097-70D0-4193-A3F5-A5E6B4069024}" srcOrd="3" destOrd="0" presId="urn:microsoft.com/office/officeart/2018/2/layout/IconCircleList"/>
    <dgm:cxn modelId="{E39CA374-527F-4A41-8D30-79BD34788FA4}" type="presParOf" srcId="{0AFB38DB-6894-4C9C-87E6-52516EE7F162}" destId="{B746D6F9-422B-4BBF-B97C-C536D94F5C32}" srcOrd="9" destOrd="0" presId="urn:microsoft.com/office/officeart/2018/2/layout/IconCircleList"/>
    <dgm:cxn modelId="{C45F81AC-389E-4A25-9EE8-4F5450F704F6}" type="presParOf" srcId="{0AFB38DB-6894-4C9C-87E6-52516EE7F162}" destId="{2A4518B3-B3B6-426A-8C72-1D674ADA5A9D}" srcOrd="10" destOrd="0" presId="urn:microsoft.com/office/officeart/2018/2/layout/IconCircleList"/>
    <dgm:cxn modelId="{4E9744E2-6259-47DB-B055-58BF8797AC8E}" type="presParOf" srcId="{2A4518B3-B3B6-426A-8C72-1D674ADA5A9D}" destId="{0D9B1960-F9E7-44A0-82B7-D36E50B3D894}" srcOrd="0" destOrd="0" presId="urn:microsoft.com/office/officeart/2018/2/layout/IconCircleList"/>
    <dgm:cxn modelId="{2D7F6899-3392-44E1-8F33-8C225DFF9B18}" type="presParOf" srcId="{2A4518B3-B3B6-426A-8C72-1D674ADA5A9D}" destId="{970BEF59-AB59-4CA7-8DA0-B59F7C5998EB}" srcOrd="1" destOrd="0" presId="urn:microsoft.com/office/officeart/2018/2/layout/IconCircleList"/>
    <dgm:cxn modelId="{9999E306-5B18-459F-9DD4-6EEC57464205}" type="presParOf" srcId="{2A4518B3-B3B6-426A-8C72-1D674ADA5A9D}" destId="{DD485E0E-B307-460D-8392-2A195EA36F0B}" srcOrd="2" destOrd="0" presId="urn:microsoft.com/office/officeart/2018/2/layout/IconCircleList"/>
    <dgm:cxn modelId="{7C8F6AA6-0B93-4205-B5EB-E9E6E3019FBB}" type="presParOf" srcId="{2A4518B3-B3B6-426A-8C72-1D674ADA5A9D}" destId="{80198968-BC1F-4A7A-9AC1-BA0D3904F43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30838F-8174-4058-948F-893AEE87695C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1B22DDD-69A9-4433-910A-414B0B4CA349}">
      <dgm:prSet/>
      <dgm:spPr/>
      <dgm:t>
        <a:bodyPr/>
        <a:lstStyle/>
        <a:p>
          <a:r>
            <a:rPr lang="en-US"/>
            <a:t>Our system supports the following core use cases:</a:t>
          </a:r>
        </a:p>
      </dgm:t>
    </dgm:pt>
    <dgm:pt modelId="{B60704F5-046D-4F9A-842D-A9BA18D6381B}" type="parTrans" cxnId="{EC0D09E5-3888-4A83-89FA-E1AB0316A79A}">
      <dgm:prSet/>
      <dgm:spPr/>
      <dgm:t>
        <a:bodyPr/>
        <a:lstStyle/>
        <a:p>
          <a:endParaRPr lang="en-US"/>
        </a:p>
      </dgm:t>
    </dgm:pt>
    <dgm:pt modelId="{5C7A9A67-013C-4565-A806-2D95C220E303}" type="sibTrans" cxnId="{EC0D09E5-3888-4A83-89FA-E1AB0316A79A}">
      <dgm:prSet/>
      <dgm:spPr/>
      <dgm:t>
        <a:bodyPr/>
        <a:lstStyle/>
        <a:p>
          <a:endParaRPr lang="en-US"/>
        </a:p>
      </dgm:t>
    </dgm:pt>
    <dgm:pt modelId="{0A06E3BB-215D-4623-89CE-516570B0CC26}">
      <dgm:prSet/>
      <dgm:spPr/>
      <dgm:t>
        <a:bodyPr/>
        <a:lstStyle/>
        <a:p>
          <a:r>
            <a:rPr lang="en-US" b="1"/>
            <a:t>Admin / Scheduler Use Cases:</a:t>
          </a:r>
          <a:endParaRPr lang="en-US"/>
        </a:p>
      </dgm:t>
    </dgm:pt>
    <dgm:pt modelId="{87103FBF-A377-4F4A-B539-44395F511C00}" type="parTrans" cxnId="{62C8164E-A87D-4485-B418-2A37566CAF16}">
      <dgm:prSet/>
      <dgm:spPr/>
      <dgm:t>
        <a:bodyPr/>
        <a:lstStyle/>
        <a:p>
          <a:endParaRPr lang="en-US"/>
        </a:p>
      </dgm:t>
    </dgm:pt>
    <dgm:pt modelId="{82AEC804-55F9-4F89-A26A-053F43EB6284}" type="sibTrans" cxnId="{62C8164E-A87D-4485-B418-2A37566CAF16}">
      <dgm:prSet/>
      <dgm:spPr/>
      <dgm:t>
        <a:bodyPr/>
        <a:lstStyle/>
        <a:p>
          <a:endParaRPr lang="en-US"/>
        </a:p>
      </dgm:t>
    </dgm:pt>
    <dgm:pt modelId="{40DC1BBC-C9D9-4F57-8C38-9DD53F049B26}">
      <dgm:prSet/>
      <dgm:spPr/>
      <dgm:t>
        <a:bodyPr/>
        <a:lstStyle/>
        <a:p>
          <a:r>
            <a:rPr lang="en-US"/>
            <a:t>Create and manage conferences</a:t>
          </a:r>
        </a:p>
      </dgm:t>
    </dgm:pt>
    <dgm:pt modelId="{081D9E87-CFBF-4D5C-85BB-33913AC2C4F3}" type="parTrans" cxnId="{D426FFB4-18B6-4F2C-A200-027E001EFEF2}">
      <dgm:prSet/>
      <dgm:spPr/>
      <dgm:t>
        <a:bodyPr/>
        <a:lstStyle/>
        <a:p>
          <a:endParaRPr lang="en-US"/>
        </a:p>
      </dgm:t>
    </dgm:pt>
    <dgm:pt modelId="{CFAD52E2-FDC4-442A-A713-3E9FC52FBF9D}" type="sibTrans" cxnId="{D426FFB4-18B6-4F2C-A200-027E001EFEF2}">
      <dgm:prSet/>
      <dgm:spPr/>
      <dgm:t>
        <a:bodyPr/>
        <a:lstStyle/>
        <a:p>
          <a:endParaRPr lang="en-US"/>
        </a:p>
      </dgm:t>
    </dgm:pt>
    <dgm:pt modelId="{610F2723-724D-4FDF-9098-E84D44B9783F}">
      <dgm:prSet/>
      <dgm:spPr/>
      <dgm:t>
        <a:bodyPr/>
        <a:lstStyle/>
        <a:p>
          <a:r>
            <a:rPr lang="en-US"/>
            <a:t>Create new sessions</a:t>
          </a:r>
        </a:p>
      </dgm:t>
    </dgm:pt>
    <dgm:pt modelId="{66732BCF-1D12-4A4F-B35A-7A16A05A8B2C}" type="parTrans" cxnId="{A24C063E-2439-4796-9C7C-1D72B7F97153}">
      <dgm:prSet/>
      <dgm:spPr/>
      <dgm:t>
        <a:bodyPr/>
        <a:lstStyle/>
        <a:p>
          <a:endParaRPr lang="en-US"/>
        </a:p>
      </dgm:t>
    </dgm:pt>
    <dgm:pt modelId="{E7223D61-9456-4C79-8FFB-73BDE3D17C07}" type="sibTrans" cxnId="{A24C063E-2439-4796-9C7C-1D72B7F97153}">
      <dgm:prSet/>
      <dgm:spPr/>
      <dgm:t>
        <a:bodyPr/>
        <a:lstStyle/>
        <a:p>
          <a:endParaRPr lang="en-US"/>
        </a:p>
      </dgm:t>
    </dgm:pt>
    <dgm:pt modelId="{FB3501A2-E1C0-445F-A1C9-B530AE29B26E}">
      <dgm:prSet/>
      <dgm:spPr/>
      <dgm:t>
        <a:bodyPr/>
        <a:lstStyle/>
        <a:p>
          <a:r>
            <a:rPr lang="en-US"/>
            <a:t>Assign speakers to sessions</a:t>
          </a:r>
        </a:p>
      </dgm:t>
    </dgm:pt>
    <dgm:pt modelId="{B791B42F-A6C8-421E-8E7E-0F62095D62C2}" type="parTrans" cxnId="{B6B5218C-8522-4513-8F67-4F5F1697A76A}">
      <dgm:prSet/>
      <dgm:spPr/>
      <dgm:t>
        <a:bodyPr/>
        <a:lstStyle/>
        <a:p>
          <a:endParaRPr lang="en-US"/>
        </a:p>
      </dgm:t>
    </dgm:pt>
    <dgm:pt modelId="{3D280627-82A1-4A54-B8A4-71972544995E}" type="sibTrans" cxnId="{B6B5218C-8522-4513-8F67-4F5F1697A76A}">
      <dgm:prSet/>
      <dgm:spPr/>
      <dgm:t>
        <a:bodyPr/>
        <a:lstStyle/>
        <a:p>
          <a:endParaRPr lang="en-US"/>
        </a:p>
      </dgm:t>
    </dgm:pt>
    <dgm:pt modelId="{BC08D07D-4687-4916-8A9D-5CB82DCE784C}">
      <dgm:prSet/>
      <dgm:spPr/>
      <dgm:t>
        <a:bodyPr/>
        <a:lstStyle/>
        <a:p>
          <a:r>
            <a:rPr lang="en-US"/>
            <a:t>Assign sessions to room schedule slots</a:t>
          </a:r>
        </a:p>
      </dgm:t>
    </dgm:pt>
    <dgm:pt modelId="{0F2C2AA8-9B5D-4610-8D79-1B60CB9C81ED}" type="parTrans" cxnId="{FA56D6B1-E08F-421A-A129-EC7DE62D9D28}">
      <dgm:prSet/>
      <dgm:spPr/>
      <dgm:t>
        <a:bodyPr/>
        <a:lstStyle/>
        <a:p>
          <a:endParaRPr lang="en-US"/>
        </a:p>
      </dgm:t>
    </dgm:pt>
    <dgm:pt modelId="{F0F920CF-346E-42A0-80FA-D2157011A17A}" type="sibTrans" cxnId="{FA56D6B1-E08F-421A-A129-EC7DE62D9D28}">
      <dgm:prSet/>
      <dgm:spPr/>
      <dgm:t>
        <a:bodyPr/>
        <a:lstStyle/>
        <a:p>
          <a:endParaRPr lang="en-US"/>
        </a:p>
      </dgm:t>
    </dgm:pt>
    <dgm:pt modelId="{1534BD2B-627D-4B35-AD96-EB25BF67D161}">
      <dgm:prSet/>
      <dgm:spPr/>
      <dgm:t>
        <a:bodyPr/>
        <a:lstStyle/>
        <a:p>
          <a:r>
            <a:rPr lang="en-US"/>
            <a:t>Update room availability status</a:t>
          </a:r>
        </a:p>
      </dgm:t>
    </dgm:pt>
    <dgm:pt modelId="{2EC0C614-52A9-440D-8A80-FD1CBCFB8A12}" type="parTrans" cxnId="{3C7BA18B-52AA-476F-82BF-DC0F2A74087B}">
      <dgm:prSet/>
      <dgm:spPr/>
      <dgm:t>
        <a:bodyPr/>
        <a:lstStyle/>
        <a:p>
          <a:endParaRPr lang="en-US"/>
        </a:p>
      </dgm:t>
    </dgm:pt>
    <dgm:pt modelId="{145C40BC-5321-4F8D-B773-A7E519EAECFA}" type="sibTrans" cxnId="{3C7BA18B-52AA-476F-82BF-DC0F2A74087B}">
      <dgm:prSet/>
      <dgm:spPr/>
      <dgm:t>
        <a:bodyPr/>
        <a:lstStyle/>
        <a:p>
          <a:endParaRPr lang="en-US"/>
        </a:p>
      </dgm:t>
    </dgm:pt>
    <dgm:pt modelId="{AE2617EF-11AD-442C-AD4C-A022C58886D8}">
      <dgm:prSet/>
      <dgm:spPr/>
      <dgm:t>
        <a:bodyPr/>
        <a:lstStyle/>
        <a:p>
          <a:r>
            <a:rPr lang="en-US"/>
            <a:t>Review system logs</a:t>
          </a:r>
        </a:p>
      </dgm:t>
    </dgm:pt>
    <dgm:pt modelId="{BAE16862-7C97-4CDC-96A4-F956269C5178}" type="parTrans" cxnId="{1DB16CFE-6DEC-40A4-8FF8-F0FA9B6F6378}">
      <dgm:prSet/>
      <dgm:spPr/>
      <dgm:t>
        <a:bodyPr/>
        <a:lstStyle/>
        <a:p>
          <a:endParaRPr lang="en-US"/>
        </a:p>
      </dgm:t>
    </dgm:pt>
    <dgm:pt modelId="{8F743E7E-8247-4553-B854-5D32C578A093}" type="sibTrans" cxnId="{1DB16CFE-6DEC-40A4-8FF8-F0FA9B6F6378}">
      <dgm:prSet/>
      <dgm:spPr/>
      <dgm:t>
        <a:bodyPr/>
        <a:lstStyle/>
        <a:p>
          <a:endParaRPr lang="en-US"/>
        </a:p>
      </dgm:t>
    </dgm:pt>
    <dgm:pt modelId="{081927D3-6C5C-4BBD-8966-DD5E5B0C3541}" type="pres">
      <dgm:prSet presAssocID="{B730838F-8174-4058-948F-893AEE87695C}" presName="vert0" presStyleCnt="0">
        <dgm:presLayoutVars>
          <dgm:dir/>
          <dgm:animOne val="branch"/>
          <dgm:animLvl val="lvl"/>
        </dgm:presLayoutVars>
      </dgm:prSet>
      <dgm:spPr/>
    </dgm:pt>
    <dgm:pt modelId="{6A78362A-92D8-4A56-942F-0DD0933FD338}" type="pres">
      <dgm:prSet presAssocID="{A1B22DDD-69A9-4433-910A-414B0B4CA349}" presName="thickLine" presStyleLbl="alignNode1" presStyleIdx="0" presStyleCnt="8"/>
      <dgm:spPr/>
    </dgm:pt>
    <dgm:pt modelId="{44F8140C-889B-424A-8A1E-48717DE082F9}" type="pres">
      <dgm:prSet presAssocID="{A1B22DDD-69A9-4433-910A-414B0B4CA349}" presName="horz1" presStyleCnt="0"/>
      <dgm:spPr/>
    </dgm:pt>
    <dgm:pt modelId="{C6929C0E-56B9-4CB4-B078-96275F3C96FE}" type="pres">
      <dgm:prSet presAssocID="{A1B22DDD-69A9-4433-910A-414B0B4CA349}" presName="tx1" presStyleLbl="revTx" presStyleIdx="0" presStyleCnt="8"/>
      <dgm:spPr/>
    </dgm:pt>
    <dgm:pt modelId="{060F2810-266D-4AFB-AAE1-FEC5458879A1}" type="pres">
      <dgm:prSet presAssocID="{A1B22DDD-69A9-4433-910A-414B0B4CA349}" presName="vert1" presStyleCnt="0"/>
      <dgm:spPr/>
    </dgm:pt>
    <dgm:pt modelId="{FB6D8268-FB2B-44CC-A980-A0FC8C2F3274}" type="pres">
      <dgm:prSet presAssocID="{0A06E3BB-215D-4623-89CE-516570B0CC26}" presName="thickLine" presStyleLbl="alignNode1" presStyleIdx="1" presStyleCnt="8"/>
      <dgm:spPr/>
    </dgm:pt>
    <dgm:pt modelId="{6843DD52-A54D-4E2C-A809-139B445E7193}" type="pres">
      <dgm:prSet presAssocID="{0A06E3BB-215D-4623-89CE-516570B0CC26}" presName="horz1" presStyleCnt="0"/>
      <dgm:spPr/>
    </dgm:pt>
    <dgm:pt modelId="{8E378C48-9192-49D3-9BBF-A628E6CE606F}" type="pres">
      <dgm:prSet presAssocID="{0A06E3BB-215D-4623-89CE-516570B0CC26}" presName="tx1" presStyleLbl="revTx" presStyleIdx="1" presStyleCnt="8"/>
      <dgm:spPr/>
    </dgm:pt>
    <dgm:pt modelId="{49B810A9-3083-407D-B0E6-FB108FBC24DE}" type="pres">
      <dgm:prSet presAssocID="{0A06E3BB-215D-4623-89CE-516570B0CC26}" presName="vert1" presStyleCnt="0"/>
      <dgm:spPr/>
    </dgm:pt>
    <dgm:pt modelId="{C5DFD968-9B8B-4F3A-BFE4-CFD5DBD1D5CA}" type="pres">
      <dgm:prSet presAssocID="{40DC1BBC-C9D9-4F57-8C38-9DD53F049B26}" presName="thickLine" presStyleLbl="alignNode1" presStyleIdx="2" presStyleCnt="8"/>
      <dgm:spPr/>
    </dgm:pt>
    <dgm:pt modelId="{258A59B3-CA26-4696-AC8D-9F1587695238}" type="pres">
      <dgm:prSet presAssocID="{40DC1BBC-C9D9-4F57-8C38-9DD53F049B26}" presName="horz1" presStyleCnt="0"/>
      <dgm:spPr/>
    </dgm:pt>
    <dgm:pt modelId="{71723589-F85D-4FCF-B0AE-F92A64F61E1B}" type="pres">
      <dgm:prSet presAssocID="{40DC1BBC-C9D9-4F57-8C38-9DD53F049B26}" presName="tx1" presStyleLbl="revTx" presStyleIdx="2" presStyleCnt="8"/>
      <dgm:spPr/>
    </dgm:pt>
    <dgm:pt modelId="{FDE7A6D2-C698-4675-8B6E-27D59B368BF9}" type="pres">
      <dgm:prSet presAssocID="{40DC1BBC-C9D9-4F57-8C38-9DD53F049B26}" presName="vert1" presStyleCnt="0"/>
      <dgm:spPr/>
    </dgm:pt>
    <dgm:pt modelId="{CCD87888-1EF7-4352-B844-4A989F265B81}" type="pres">
      <dgm:prSet presAssocID="{610F2723-724D-4FDF-9098-E84D44B9783F}" presName="thickLine" presStyleLbl="alignNode1" presStyleIdx="3" presStyleCnt="8"/>
      <dgm:spPr/>
    </dgm:pt>
    <dgm:pt modelId="{929DB041-D139-4062-8128-E34416FECA33}" type="pres">
      <dgm:prSet presAssocID="{610F2723-724D-4FDF-9098-E84D44B9783F}" presName="horz1" presStyleCnt="0"/>
      <dgm:spPr/>
    </dgm:pt>
    <dgm:pt modelId="{ADDED852-6F58-43EA-91DA-D91044A48C0E}" type="pres">
      <dgm:prSet presAssocID="{610F2723-724D-4FDF-9098-E84D44B9783F}" presName="tx1" presStyleLbl="revTx" presStyleIdx="3" presStyleCnt="8"/>
      <dgm:spPr/>
    </dgm:pt>
    <dgm:pt modelId="{180F7489-8FAD-4709-A369-7B8891F6CC14}" type="pres">
      <dgm:prSet presAssocID="{610F2723-724D-4FDF-9098-E84D44B9783F}" presName="vert1" presStyleCnt="0"/>
      <dgm:spPr/>
    </dgm:pt>
    <dgm:pt modelId="{2E3CFD1A-B540-4208-8FC1-32C9FDD5CF8E}" type="pres">
      <dgm:prSet presAssocID="{FB3501A2-E1C0-445F-A1C9-B530AE29B26E}" presName="thickLine" presStyleLbl="alignNode1" presStyleIdx="4" presStyleCnt="8"/>
      <dgm:spPr/>
    </dgm:pt>
    <dgm:pt modelId="{1B7E5F5B-4C18-457D-8E7C-3B7C9C740150}" type="pres">
      <dgm:prSet presAssocID="{FB3501A2-E1C0-445F-A1C9-B530AE29B26E}" presName="horz1" presStyleCnt="0"/>
      <dgm:spPr/>
    </dgm:pt>
    <dgm:pt modelId="{44688910-476F-4AC9-9A89-B31D4A0645FA}" type="pres">
      <dgm:prSet presAssocID="{FB3501A2-E1C0-445F-A1C9-B530AE29B26E}" presName="tx1" presStyleLbl="revTx" presStyleIdx="4" presStyleCnt="8"/>
      <dgm:spPr/>
    </dgm:pt>
    <dgm:pt modelId="{825CD7E3-36E6-46A8-B027-3F69A68E8EA3}" type="pres">
      <dgm:prSet presAssocID="{FB3501A2-E1C0-445F-A1C9-B530AE29B26E}" presName="vert1" presStyleCnt="0"/>
      <dgm:spPr/>
    </dgm:pt>
    <dgm:pt modelId="{2FD60779-DB92-4F5E-9DE1-29395FBFC0BA}" type="pres">
      <dgm:prSet presAssocID="{BC08D07D-4687-4916-8A9D-5CB82DCE784C}" presName="thickLine" presStyleLbl="alignNode1" presStyleIdx="5" presStyleCnt="8"/>
      <dgm:spPr/>
    </dgm:pt>
    <dgm:pt modelId="{C63046F4-4BE3-4280-8024-03D2532C3937}" type="pres">
      <dgm:prSet presAssocID="{BC08D07D-4687-4916-8A9D-5CB82DCE784C}" presName="horz1" presStyleCnt="0"/>
      <dgm:spPr/>
    </dgm:pt>
    <dgm:pt modelId="{73336C9E-CED7-4EDB-B4D4-54B662E5F91D}" type="pres">
      <dgm:prSet presAssocID="{BC08D07D-4687-4916-8A9D-5CB82DCE784C}" presName="tx1" presStyleLbl="revTx" presStyleIdx="5" presStyleCnt="8"/>
      <dgm:spPr/>
    </dgm:pt>
    <dgm:pt modelId="{6750A949-7C24-4BCF-8F14-A10ED7BBF262}" type="pres">
      <dgm:prSet presAssocID="{BC08D07D-4687-4916-8A9D-5CB82DCE784C}" presName="vert1" presStyleCnt="0"/>
      <dgm:spPr/>
    </dgm:pt>
    <dgm:pt modelId="{34D39D37-43C4-4FFF-B433-11BFEFA8D623}" type="pres">
      <dgm:prSet presAssocID="{1534BD2B-627D-4B35-AD96-EB25BF67D161}" presName="thickLine" presStyleLbl="alignNode1" presStyleIdx="6" presStyleCnt="8"/>
      <dgm:spPr/>
    </dgm:pt>
    <dgm:pt modelId="{AFEC82BD-DF9C-4DE3-8E99-F842F84A115F}" type="pres">
      <dgm:prSet presAssocID="{1534BD2B-627D-4B35-AD96-EB25BF67D161}" presName="horz1" presStyleCnt="0"/>
      <dgm:spPr/>
    </dgm:pt>
    <dgm:pt modelId="{57C81A27-5031-4917-8BEE-8B7BCBD9AD61}" type="pres">
      <dgm:prSet presAssocID="{1534BD2B-627D-4B35-AD96-EB25BF67D161}" presName="tx1" presStyleLbl="revTx" presStyleIdx="6" presStyleCnt="8"/>
      <dgm:spPr/>
    </dgm:pt>
    <dgm:pt modelId="{17179CBF-5C8B-47EC-8304-6B731E9986C0}" type="pres">
      <dgm:prSet presAssocID="{1534BD2B-627D-4B35-AD96-EB25BF67D161}" presName="vert1" presStyleCnt="0"/>
      <dgm:spPr/>
    </dgm:pt>
    <dgm:pt modelId="{2CE00BEB-62E8-40BB-8F17-D2D29A65C71F}" type="pres">
      <dgm:prSet presAssocID="{AE2617EF-11AD-442C-AD4C-A022C58886D8}" presName="thickLine" presStyleLbl="alignNode1" presStyleIdx="7" presStyleCnt="8"/>
      <dgm:spPr/>
    </dgm:pt>
    <dgm:pt modelId="{C5DC4B0F-6FAA-4065-B79B-B76E363412CC}" type="pres">
      <dgm:prSet presAssocID="{AE2617EF-11AD-442C-AD4C-A022C58886D8}" presName="horz1" presStyleCnt="0"/>
      <dgm:spPr/>
    </dgm:pt>
    <dgm:pt modelId="{65233F7A-5A19-4F60-A9C2-42B791A68EA7}" type="pres">
      <dgm:prSet presAssocID="{AE2617EF-11AD-442C-AD4C-A022C58886D8}" presName="tx1" presStyleLbl="revTx" presStyleIdx="7" presStyleCnt="8"/>
      <dgm:spPr/>
    </dgm:pt>
    <dgm:pt modelId="{4893EB26-C5FB-4754-AC85-32DE7BB2BC10}" type="pres">
      <dgm:prSet presAssocID="{AE2617EF-11AD-442C-AD4C-A022C58886D8}" presName="vert1" presStyleCnt="0"/>
      <dgm:spPr/>
    </dgm:pt>
  </dgm:ptLst>
  <dgm:cxnLst>
    <dgm:cxn modelId="{A24C063E-2439-4796-9C7C-1D72B7F97153}" srcId="{B730838F-8174-4058-948F-893AEE87695C}" destId="{610F2723-724D-4FDF-9098-E84D44B9783F}" srcOrd="3" destOrd="0" parTransId="{66732BCF-1D12-4A4F-B35A-7A16A05A8B2C}" sibTransId="{E7223D61-9456-4C79-8FFB-73BDE3D17C07}"/>
    <dgm:cxn modelId="{4D4D765D-F847-457C-B2F4-6BFF1D9A49E5}" type="presOf" srcId="{0A06E3BB-215D-4623-89CE-516570B0CC26}" destId="{8E378C48-9192-49D3-9BBF-A628E6CE606F}" srcOrd="0" destOrd="0" presId="urn:microsoft.com/office/officeart/2008/layout/LinedList"/>
    <dgm:cxn modelId="{44F00344-443C-4181-AA33-9A49C3CDAAD2}" type="presOf" srcId="{40DC1BBC-C9D9-4F57-8C38-9DD53F049B26}" destId="{71723589-F85D-4FCF-B0AE-F92A64F61E1B}" srcOrd="0" destOrd="0" presId="urn:microsoft.com/office/officeart/2008/layout/LinedList"/>
    <dgm:cxn modelId="{4546844D-2FA2-4533-8978-0265A1798D8F}" type="presOf" srcId="{B730838F-8174-4058-948F-893AEE87695C}" destId="{081927D3-6C5C-4BBD-8966-DD5E5B0C3541}" srcOrd="0" destOrd="0" presId="urn:microsoft.com/office/officeart/2008/layout/LinedList"/>
    <dgm:cxn modelId="{62C8164E-A87D-4485-B418-2A37566CAF16}" srcId="{B730838F-8174-4058-948F-893AEE87695C}" destId="{0A06E3BB-215D-4623-89CE-516570B0CC26}" srcOrd="1" destOrd="0" parTransId="{87103FBF-A377-4F4A-B539-44395F511C00}" sibTransId="{82AEC804-55F9-4F89-A26A-053F43EB6284}"/>
    <dgm:cxn modelId="{F5515776-E48A-4749-89E4-715257851C01}" type="presOf" srcId="{610F2723-724D-4FDF-9098-E84D44B9783F}" destId="{ADDED852-6F58-43EA-91DA-D91044A48C0E}" srcOrd="0" destOrd="0" presId="urn:microsoft.com/office/officeart/2008/layout/LinedList"/>
    <dgm:cxn modelId="{C93A1585-51C8-4BA6-8B2F-310164737386}" type="presOf" srcId="{BC08D07D-4687-4916-8A9D-5CB82DCE784C}" destId="{73336C9E-CED7-4EDB-B4D4-54B662E5F91D}" srcOrd="0" destOrd="0" presId="urn:microsoft.com/office/officeart/2008/layout/LinedList"/>
    <dgm:cxn modelId="{47927388-8E9C-4261-BCD8-186C757EE50C}" type="presOf" srcId="{A1B22DDD-69A9-4433-910A-414B0B4CA349}" destId="{C6929C0E-56B9-4CB4-B078-96275F3C96FE}" srcOrd="0" destOrd="0" presId="urn:microsoft.com/office/officeart/2008/layout/LinedList"/>
    <dgm:cxn modelId="{3C7BA18B-52AA-476F-82BF-DC0F2A74087B}" srcId="{B730838F-8174-4058-948F-893AEE87695C}" destId="{1534BD2B-627D-4B35-AD96-EB25BF67D161}" srcOrd="6" destOrd="0" parTransId="{2EC0C614-52A9-440D-8A80-FD1CBCFB8A12}" sibTransId="{145C40BC-5321-4F8D-B773-A7E519EAECFA}"/>
    <dgm:cxn modelId="{B6B5218C-8522-4513-8F67-4F5F1697A76A}" srcId="{B730838F-8174-4058-948F-893AEE87695C}" destId="{FB3501A2-E1C0-445F-A1C9-B530AE29B26E}" srcOrd="4" destOrd="0" parTransId="{B791B42F-A6C8-421E-8E7E-0F62095D62C2}" sibTransId="{3D280627-82A1-4A54-B8A4-71972544995E}"/>
    <dgm:cxn modelId="{D5FB81AC-6D2F-475A-A896-6504E6252D0F}" type="presOf" srcId="{FB3501A2-E1C0-445F-A1C9-B530AE29B26E}" destId="{44688910-476F-4AC9-9A89-B31D4A0645FA}" srcOrd="0" destOrd="0" presId="urn:microsoft.com/office/officeart/2008/layout/LinedList"/>
    <dgm:cxn modelId="{FA56D6B1-E08F-421A-A129-EC7DE62D9D28}" srcId="{B730838F-8174-4058-948F-893AEE87695C}" destId="{BC08D07D-4687-4916-8A9D-5CB82DCE784C}" srcOrd="5" destOrd="0" parTransId="{0F2C2AA8-9B5D-4610-8D79-1B60CB9C81ED}" sibTransId="{F0F920CF-346E-42A0-80FA-D2157011A17A}"/>
    <dgm:cxn modelId="{D426FFB4-18B6-4F2C-A200-027E001EFEF2}" srcId="{B730838F-8174-4058-948F-893AEE87695C}" destId="{40DC1BBC-C9D9-4F57-8C38-9DD53F049B26}" srcOrd="2" destOrd="0" parTransId="{081D9E87-CFBF-4D5C-85BB-33913AC2C4F3}" sibTransId="{CFAD52E2-FDC4-442A-A713-3E9FC52FBF9D}"/>
    <dgm:cxn modelId="{25E3FEC9-4849-4F8C-8054-023DFB3D7F69}" type="presOf" srcId="{1534BD2B-627D-4B35-AD96-EB25BF67D161}" destId="{57C81A27-5031-4917-8BEE-8B7BCBD9AD61}" srcOrd="0" destOrd="0" presId="urn:microsoft.com/office/officeart/2008/layout/LinedList"/>
    <dgm:cxn modelId="{C4E5AED8-5D16-403E-9E49-7613630CF028}" type="presOf" srcId="{AE2617EF-11AD-442C-AD4C-A022C58886D8}" destId="{65233F7A-5A19-4F60-A9C2-42B791A68EA7}" srcOrd="0" destOrd="0" presId="urn:microsoft.com/office/officeart/2008/layout/LinedList"/>
    <dgm:cxn modelId="{EC0D09E5-3888-4A83-89FA-E1AB0316A79A}" srcId="{B730838F-8174-4058-948F-893AEE87695C}" destId="{A1B22DDD-69A9-4433-910A-414B0B4CA349}" srcOrd="0" destOrd="0" parTransId="{B60704F5-046D-4F9A-842D-A9BA18D6381B}" sibTransId="{5C7A9A67-013C-4565-A806-2D95C220E303}"/>
    <dgm:cxn modelId="{1DB16CFE-6DEC-40A4-8FF8-F0FA9B6F6378}" srcId="{B730838F-8174-4058-948F-893AEE87695C}" destId="{AE2617EF-11AD-442C-AD4C-A022C58886D8}" srcOrd="7" destOrd="0" parTransId="{BAE16862-7C97-4CDC-96A4-F956269C5178}" sibTransId="{8F743E7E-8247-4553-B854-5D32C578A093}"/>
    <dgm:cxn modelId="{1DFC1FFA-0938-4D47-94A5-6D1901373FF5}" type="presParOf" srcId="{081927D3-6C5C-4BBD-8966-DD5E5B0C3541}" destId="{6A78362A-92D8-4A56-942F-0DD0933FD338}" srcOrd="0" destOrd="0" presId="urn:microsoft.com/office/officeart/2008/layout/LinedList"/>
    <dgm:cxn modelId="{604C573C-CF9B-44E3-A65D-D976D7AE6A53}" type="presParOf" srcId="{081927D3-6C5C-4BBD-8966-DD5E5B0C3541}" destId="{44F8140C-889B-424A-8A1E-48717DE082F9}" srcOrd="1" destOrd="0" presId="urn:microsoft.com/office/officeart/2008/layout/LinedList"/>
    <dgm:cxn modelId="{BFB83856-F603-410F-B276-53B51090981A}" type="presParOf" srcId="{44F8140C-889B-424A-8A1E-48717DE082F9}" destId="{C6929C0E-56B9-4CB4-B078-96275F3C96FE}" srcOrd="0" destOrd="0" presId="urn:microsoft.com/office/officeart/2008/layout/LinedList"/>
    <dgm:cxn modelId="{B80DC5F2-41FF-499A-8370-DB2BE0716A9B}" type="presParOf" srcId="{44F8140C-889B-424A-8A1E-48717DE082F9}" destId="{060F2810-266D-4AFB-AAE1-FEC5458879A1}" srcOrd="1" destOrd="0" presId="urn:microsoft.com/office/officeart/2008/layout/LinedList"/>
    <dgm:cxn modelId="{B2694540-FB4B-46E4-9ED0-1816E673F30F}" type="presParOf" srcId="{081927D3-6C5C-4BBD-8966-DD5E5B0C3541}" destId="{FB6D8268-FB2B-44CC-A980-A0FC8C2F3274}" srcOrd="2" destOrd="0" presId="urn:microsoft.com/office/officeart/2008/layout/LinedList"/>
    <dgm:cxn modelId="{B351A144-A2C4-4280-BF46-A867EA7ED563}" type="presParOf" srcId="{081927D3-6C5C-4BBD-8966-DD5E5B0C3541}" destId="{6843DD52-A54D-4E2C-A809-139B445E7193}" srcOrd="3" destOrd="0" presId="urn:microsoft.com/office/officeart/2008/layout/LinedList"/>
    <dgm:cxn modelId="{2AB91804-A515-4E58-9754-A8AEAA127BF4}" type="presParOf" srcId="{6843DD52-A54D-4E2C-A809-139B445E7193}" destId="{8E378C48-9192-49D3-9BBF-A628E6CE606F}" srcOrd="0" destOrd="0" presId="urn:microsoft.com/office/officeart/2008/layout/LinedList"/>
    <dgm:cxn modelId="{7E583714-ADA7-4482-A1C8-CE7DFFDCF788}" type="presParOf" srcId="{6843DD52-A54D-4E2C-A809-139B445E7193}" destId="{49B810A9-3083-407D-B0E6-FB108FBC24DE}" srcOrd="1" destOrd="0" presId="urn:microsoft.com/office/officeart/2008/layout/LinedList"/>
    <dgm:cxn modelId="{97F737A4-0370-4E14-833D-744F2F6246DB}" type="presParOf" srcId="{081927D3-6C5C-4BBD-8966-DD5E5B0C3541}" destId="{C5DFD968-9B8B-4F3A-BFE4-CFD5DBD1D5CA}" srcOrd="4" destOrd="0" presId="urn:microsoft.com/office/officeart/2008/layout/LinedList"/>
    <dgm:cxn modelId="{815C2320-D012-47FB-84D3-BF7145EE9F03}" type="presParOf" srcId="{081927D3-6C5C-4BBD-8966-DD5E5B0C3541}" destId="{258A59B3-CA26-4696-AC8D-9F1587695238}" srcOrd="5" destOrd="0" presId="urn:microsoft.com/office/officeart/2008/layout/LinedList"/>
    <dgm:cxn modelId="{3CC84945-1F26-4D06-8F9C-076FDD3B5BBD}" type="presParOf" srcId="{258A59B3-CA26-4696-AC8D-9F1587695238}" destId="{71723589-F85D-4FCF-B0AE-F92A64F61E1B}" srcOrd="0" destOrd="0" presId="urn:microsoft.com/office/officeart/2008/layout/LinedList"/>
    <dgm:cxn modelId="{9E352C30-087D-4A70-8EB7-6F49C5427E04}" type="presParOf" srcId="{258A59B3-CA26-4696-AC8D-9F1587695238}" destId="{FDE7A6D2-C698-4675-8B6E-27D59B368BF9}" srcOrd="1" destOrd="0" presId="urn:microsoft.com/office/officeart/2008/layout/LinedList"/>
    <dgm:cxn modelId="{B4B1573B-7DB0-425F-8387-28FBD471FE73}" type="presParOf" srcId="{081927D3-6C5C-4BBD-8966-DD5E5B0C3541}" destId="{CCD87888-1EF7-4352-B844-4A989F265B81}" srcOrd="6" destOrd="0" presId="urn:microsoft.com/office/officeart/2008/layout/LinedList"/>
    <dgm:cxn modelId="{3D546D02-30A7-403F-8C0C-F86FDB734ACB}" type="presParOf" srcId="{081927D3-6C5C-4BBD-8966-DD5E5B0C3541}" destId="{929DB041-D139-4062-8128-E34416FECA33}" srcOrd="7" destOrd="0" presId="urn:microsoft.com/office/officeart/2008/layout/LinedList"/>
    <dgm:cxn modelId="{4EB94D1D-74C3-4CDE-9F00-5CCEA5A40C06}" type="presParOf" srcId="{929DB041-D139-4062-8128-E34416FECA33}" destId="{ADDED852-6F58-43EA-91DA-D91044A48C0E}" srcOrd="0" destOrd="0" presId="urn:microsoft.com/office/officeart/2008/layout/LinedList"/>
    <dgm:cxn modelId="{8EEA85B2-3E04-4187-915D-6C8ED88F9ED6}" type="presParOf" srcId="{929DB041-D139-4062-8128-E34416FECA33}" destId="{180F7489-8FAD-4709-A369-7B8891F6CC14}" srcOrd="1" destOrd="0" presId="urn:microsoft.com/office/officeart/2008/layout/LinedList"/>
    <dgm:cxn modelId="{83BDB350-649A-417A-8BF5-D43E99D61B3E}" type="presParOf" srcId="{081927D3-6C5C-4BBD-8966-DD5E5B0C3541}" destId="{2E3CFD1A-B540-4208-8FC1-32C9FDD5CF8E}" srcOrd="8" destOrd="0" presId="urn:microsoft.com/office/officeart/2008/layout/LinedList"/>
    <dgm:cxn modelId="{066FFBB5-402C-48B7-BBEF-B4363F242F61}" type="presParOf" srcId="{081927D3-6C5C-4BBD-8966-DD5E5B0C3541}" destId="{1B7E5F5B-4C18-457D-8E7C-3B7C9C740150}" srcOrd="9" destOrd="0" presId="urn:microsoft.com/office/officeart/2008/layout/LinedList"/>
    <dgm:cxn modelId="{0CFE5429-79DF-4C95-A911-7B940F051DBF}" type="presParOf" srcId="{1B7E5F5B-4C18-457D-8E7C-3B7C9C740150}" destId="{44688910-476F-4AC9-9A89-B31D4A0645FA}" srcOrd="0" destOrd="0" presId="urn:microsoft.com/office/officeart/2008/layout/LinedList"/>
    <dgm:cxn modelId="{9CACF6D9-9C62-4BF6-8143-AFBE8F1322E6}" type="presParOf" srcId="{1B7E5F5B-4C18-457D-8E7C-3B7C9C740150}" destId="{825CD7E3-36E6-46A8-B027-3F69A68E8EA3}" srcOrd="1" destOrd="0" presId="urn:microsoft.com/office/officeart/2008/layout/LinedList"/>
    <dgm:cxn modelId="{8F7153FA-520B-4787-B807-B3DAFF91915E}" type="presParOf" srcId="{081927D3-6C5C-4BBD-8966-DD5E5B0C3541}" destId="{2FD60779-DB92-4F5E-9DE1-29395FBFC0BA}" srcOrd="10" destOrd="0" presId="urn:microsoft.com/office/officeart/2008/layout/LinedList"/>
    <dgm:cxn modelId="{A8D8EAF9-CF69-4E4F-890F-C6236C91E70F}" type="presParOf" srcId="{081927D3-6C5C-4BBD-8966-DD5E5B0C3541}" destId="{C63046F4-4BE3-4280-8024-03D2532C3937}" srcOrd="11" destOrd="0" presId="urn:microsoft.com/office/officeart/2008/layout/LinedList"/>
    <dgm:cxn modelId="{A1886B9F-13B6-40B9-888F-80BE3A066FA8}" type="presParOf" srcId="{C63046F4-4BE3-4280-8024-03D2532C3937}" destId="{73336C9E-CED7-4EDB-B4D4-54B662E5F91D}" srcOrd="0" destOrd="0" presId="urn:microsoft.com/office/officeart/2008/layout/LinedList"/>
    <dgm:cxn modelId="{081F2A77-3C79-41F2-9CFD-4F5BD97D145B}" type="presParOf" srcId="{C63046F4-4BE3-4280-8024-03D2532C3937}" destId="{6750A949-7C24-4BCF-8F14-A10ED7BBF262}" srcOrd="1" destOrd="0" presId="urn:microsoft.com/office/officeart/2008/layout/LinedList"/>
    <dgm:cxn modelId="{8BC19EC5-FBD5-4C68-842D-BAFEEBE0A389}" type="presParOf" srcId="{081927D3-6C5C-4BBD-8966-DD5E5B0C3541}" destId="{34D39D37-43C4-4FFF-B433-11BFEFA8D623}" srcOrd="12" destOrd="0" presId="urn:microsoft.com/office/officeart/2008/layout/LinedList"/>
    <dgm:cxn modelId="{FC4C11B1-139F-4D13-B768-F54692F59874}" type="presParOf" srcId="{081927D3-6C5C-4BBD-8966-DD5E5B0C3541}" destId="{AFEC82BD-DF9C-4DE3-8E99-F842F84A115F}" srcOrd="13" destOrd="0" presId="urn:microsoft.com/office/officeart/2008/layout/LinedList"/>
    <dgm:cxn modelId="{14AC1F5C-2B14-4C99-A2AA-5F47ADDF78DD}" type="presParOf" srcId="{AFEC82BD-DF9C-4DE3-8E99-F842F84A115F}" destId="{57C81A27-5031-4917-8BEE-8B7BCBD9AD61}" srcOrd="0" destOrd="0" presId="urn:microsoft.com/office/officeart/2008/layout/LinedList"/>
    <dgm:cxn modelId="{D39697E8-E712-4B36-860A-DC4F79B09F09}" type="presParOf" srcId="{AFEC82BD-DF9C-4DE3-8E99-F842F84A115F}" destId="{17179CBF-5C8B-47EC-8304-6B731E9986C0}" srcOrd="1" destOrd="0" presId="urn:microsoft.com/office/officeart/2008/layout/LinedList"/>
    <dgm:cxn modelId="{A2027120-BD29-4395-B8F8-66B3D2D02147}" type="presParOf" srcId="{081927D3-6C5C-4BBD-8966-DD5E5B0C3541}" destId="{2CE00BEB-62E8-40BB-8F17-D2D29A65C71F}" srcOrd="14" destOrd="0" presId="urn:microsoft.com/office/officeart/2008/layout/LinedList"/>
    <dgm:cxn modelId="{FE2D7E42-9830-4047-87E1-574114679D6C}" type="presParOf" srcId="{081927D3-6C5C-4BBD-8966-DD5E5B0C3541}" destId="{C5DC4B0F-6FAA-4065-B79B-B76E363412CC}" srcOrd="15" destOrd="0" presId="urn:microsoft.com/office/officeart/2008/layout/LinedList"/>
    <dgm:cxn modelId="{21833DD5-D59D-40EF-9B19-AFCDE088E67D}" type="presParOf" srcId="{C5DC4B0F-6FAA-4065-B79B-B76E363412CC}" destId="{65233F7A-5A19-4F60-A9C2-42B791A68EA7}" srcOrd="0" destOrd="0" presId="urn:microsoft.com/office/officeart/2008/layout/LinedList"/>
    <dgm:cxn modelId="{76D7CEED-4E79-41ED-AE00-EBF1C268CCFF}" type="presParOf" srcId="{C5DC4B0F-6FAA-4065-B79B-B76E363412CC}" destId="{4893EB26-C5FB-4754-AC85-32DE7BB2BC1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821A330-D52B-4080-AA86-C4A6B3D21D33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469AE6B-CA8F-48DB-9853-4ADAC19A99D4}">
      <dgm:prSet/>
      <dgm:spPr/>
      <dgm:t>
        <a:bodyPr/>
        <a:lstStyle/>
        <a:p>
          <a:r>
            <a:rPr lang="en-US" b="1"/>
            <a:t>User/Viewer Use Cases:</a:t>
          </a:r>
          <a:endParaRPr lang="en-US"/>
        </a:p>
      </dgm:t>
    </dgm:pt>
    <dgm:pt modelId="{F9DF5C0E-DA6E-4FC1-A36D-9CE8EF817D95}" type="parTrans" cxnId="{87AF5D4F-7C67-418A-B486-AC29A5D7266A}">
      <dgm:prSet/>
      <dgm:spPr/>
      <dgm:t>
        <a:bodyPr/>
        <a:lstStyle/>
        <a:p>
          <a:endParaRPr lang="en-US"/>
        </a:p>
      </dgm:t>
    </dgm:pt>
    <dgm:pt modelId="{702B5B82-8539-4714-913A-C33CE5686F38}" type="sibTrans" cxnId="{87AF5D4F-7C67-418A-B486-AC29A5D7266A}">
      <dgm:prSet/>
      <dgm:spPr/>
      <dgm:t>
        <a:bodyPr/>
        <a:lstStyle/>
        <a:p>
          <a:endParaRPr lang="en-US"/>
        </a:p>
      </dgm:t>
    </dgm:pt>
    <dgm:pt modelId="{50B5780B-882A-44D2-A3A9-C18B78B5F309}">
      <dgm:prSet/>
      <dgm:spPr/>
      <dgm:t>
        <a:bodyPr/>
        <a:lstStyle/>
        <a:p>
          <a:r>
            <a:rPr lang="en-US"/>
            <a:t>View all conferences</a:t>
          </a:r>
        </a:p>
      </dgm:t>
    </dgm:pt>
    <dgm:pt modelId="{78967624-BECA-40F7-9F78-A0D73524AB13}" type="parTrans" cxnId="{9B9BAC56-33A9-4B38-B495-CACD41C3111E}">
      <dgm:prSet/>
      <dgm:spPr/>
      <dgm:t>
        <a:bodyPr/>
        <a:lstStyle/>
        <a:p>
          <a:endParaRPr lang="en-US"/>
        </a:p>
      </dgm:t>
    </dgm:pt>
    <dgm:pt modelId="{23098AE5-D40A-4A19-B6BD-916583176AAB}" type="sibTrans" cxnId="{9B9BAC56-33A9-4B38-B495-CACD41C3111E}">
      <dgm:prSet/>
      <dgm:spPr/>
      <dgm:t>
        <a:bodyPr/>
        <a:lstStyle/>
        <a:p>
          <a:endParaRPr lang="en-US"/>
        </a:p>
      </dgm:t>
    </dgm:pt>
    <dgm:pt modelId="{577C3604-1269-4D65-96B1-638059963ABA}">
      <dgm:prSet/>
      <dgm:spPr/>
      <dgm:t>
        <a:bodyPr/>
        <a:lstStyle/>
        <a:p>
          <a:r>
            <a:rPr lang="en-US"/>
            <a:t>View sessions within a conference</a:t>
          </a:r>
        </a:p>
      </dgm:t>
    </dgm:pt>
    <dgm:pt modelId="{0FBDD4A9-ECC6-473C-A694-EEC7C9AD05A0}" type="parTrans" cxnId="{9D15CC30-428E-4A52-9145-9C35E0F2D16C}">
      <dgm:prSet/>
      <dgm:spPr/>
      <dgm:t>
        <a:bodyPr/>
        <a:lstStyle/>
        <a:p>
          <a:endParaRPr lang="en-US"/>
        </a:p>
      </dgm:t>
    </dgm:pt>
    <dgm:pt modelId="{3CE368B6-F176-4BAB-87AC-68546DE2A062}" type="sibTrans" cxnId="{9D15CC30-428E-4A52-9145-9C35E0F2D16C}">
      <dgm:prSet/>
      <dgm:spPr/>
      <dgm:t>
        <a:bodyPr/>
        <a:lstStyle/>
        <a:p>
          <a:endParaRPr lang="en-US"/>
        </a:p>
      </dgm:t>
    </dgm:pt>
    <dgm:pt modelId="{820EDDB4-7A68-4A05-B31F-EE6438E61B22}">
      <dgm:prSet/>
      <dgm:spPr/>
      <dgm:t>
        <a:bodyPr/>
        <a:lstStyle/>
        <a:p>
          <a:r>
            <a:rPr lang="en-US"/>
            <a:t>View available rooms and schedules by date</a:t>
          </a:r>
        </a:p>
      </dgm:t>
    </dgm:pt>
    <dgm:pt modelId="{ADB26340-D06A-4DE2-A7E7-7464F5DAD7FD}" type="parTrans" cxnId="{FD6D604A-8C56-45CD-B6EE-CE53078EB9FF}">
      <dgm:prSet/>
      <dgm:spPr/>
      <dgm:t>
        <a:bodyPr/>
        <a:lstStyle/>
        <a:p>
          <a:endParaRPr lang="en-US"/>
        </a:p>
      </dgm:t>
    </dgm:pt>
    <dgm:pt modelId="{2BEE4BA9-C210-4908-B5BE-B42A80B8A7F7}" type="sibTrans" cxnId="{FD6D604A-8C56-45CD-B6EE-CE53078EB9FF}">
      <dgm:prSet/>
      <dgm:spPr/>
      <dgm:t>
        <a:bodyPr/>
        <a:lstStyle/>
        <a:p>
          <a:endParaRPr lang="en-US"/>
        </a:p>
      </dgm:t>
    </dgm:pt>
    <dgm:pt modelId="{0EDBD669-C28A-4CDB-BCBA-62AAE4962219}" type="pres">
      <dgm:prSet presAssocID="{1821A330-D52B-4080-AA86-C4A6B3D21D3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EFCEEE6-C71C-4339-B9B5-5A575CE0F57B}" type="pres">
      <dgm:prSet presAssocID="{C469AE6B-CA8F-48DB-9853-4ADAC19A99D4}" presName="hierRoot1" presStyleCnt="0">
        <dgm:presLayoutVars>
          <dgm:hierBranch val="init"/>
        </dgm:presLayoutVars>
      </dgm:prSet>
      <dgm:spPr/>
    </dgm:pt>
    <dgm:pt modelId="{2BD23680-EB49-4A9E-8ED1-B5304F99C2AF}" type="pres">
      <dgm:prSet presAssocID="{C469AE6B-CA8F-48DB-9853-4ADAC19A99D4}" presName="rootComposite1" presStyleCnt="0"/>
      <dgm:spPr/>
    </dgm:pt>
    <dgm:pt modelId="{0C238BFE-036F-49EF-BAD8-D2B07C04C578}" type="pres">
      <dgm:prSet presAssocID="{C469AE6B-CA8F-48DB-9853-4ADAC19A99D4}" presName="rootText1" presStyleLbl="node0" presStyleIdx="0" presStyleCnt="4">
        <dgm:presLayoutVars>
          <dgm:chPref val="3"/>
        </dgm:presLayoutVars>
      </dgm:prSet>
      <dgm:spPr/>
    </dgm:pt>
    <dgm:pt modelId="{AC6DDE60-7034-4AFD-A081-2F5FA4E6BA7F}" type="pres">
      <dgm:prSet presAssocID="{C469AE6B-CA8F-48DB-9853-4ADAC19A99D4}" presName="rootConnector1" presStyleLbl="node1" presStyleIdx="0" presStyleCnt="0"/>
      <dgm:spPr/>
    </dgm:pt>
    <dgm:pt modelId="{74E31D34-EB2E-4F27-8D0C-F848BE14078C}" type="pres">
      <dgm:prSet presAssocID="{C469AE6B-CA8F-48DB-9853-4ADAC19A99D4}" presName="hierChild2" presStyleCnt="0"/>
      <dgm:spPr/>
    </dgm:pt>
    <dgm:pt modelId="{6B4AC700-334C-4EAF-A155-DB7F2161B426}" type="pres">
      <dgm:prSet presAssocID="{C469AE6B-CA8F-48DB-9853-4ADAC19A99D4}" presName="hierChild3" presStyleCnt="0"/>
      <dgm:spPr/>
    </dgm:pt>
    <dgm:pt modelId="{588F71BA-533F-4999-ADB1-E1AF6A34DC41}" type="pres">
      <dgm:prSet presAssocID="{50B5780B-882A-44D2-A3A9-C18B78B5F309}" presName="hierRoot1" presStyleCnt="0">
        <dgm:presLayoutVars>
          <dgm:hierBranch val="init"/>
        </dgm:presLayoutVars>
      </dgm:prSet>
      <dgm:spPr/>
    </dgm:pt>
    <dgm:pt modelId="{2EFD466B-BDB5-4CC3-BDA5-440ECD6A844B}" type="pres">
      <dgm:prSet presAssocID="{50B5780B-882A-44D2-A3A9-C18B78B5F309}" presName="rootComposite1" presStyleCnt="0"/>
      <dgm:spPr/>
    </dgm:pt>
    <dgm:pt modelId="{D7969CBB-E53A-4CA6-9149-9B3DF9C37D6A}" type="pres">
      <dgm:prSet presAssocID="{50B5780B-882A-44D2-A3A9-C18B78B5F309}" presName="rootText1" presStyleLbl="node0" presStyleIdx="1" presStyleCnt="4">
        <dgm:presLayoutVars>
          <dgm:chPref val="3"/>
        </dgm:presLayoutVars>
      </dgm:prSet>
      <dgm:spPr/>
    </dgm:pt>
    <dgm:pt modelId="{07D328DF-1F17-4F81-9183-9942D9B00E94}" type="pres">
      <dgm:prSet presAssocID="{50B5780B-882A-44D2-A3A9-C18B78B5F309}" presName="rootConnector1" presStyleLbl="node1" presStyleIdx="0" presStyleCnt="0"/>
      <dgm:spPr/>
    </dgm:pt>
    <dgm:pt modelId="{3D5EDD33-D11F-4115-AA2A-509772A3FEAD}" type="pres">
      <dgm:prSet presAssocID="{50B5780B-882A-44D2-A3A9-C18B78B5F309}" presName="hierChild2" presStyleCnt="0"/>
      <dgm:spPr/>
    </dgm:pt>
    <dgm:pt modelId="{F1597D00-8998-4738-A7EE-0A9E07E520F5}" type="pres">
      <dgm:prSet presAssocID="{50B5780B-882A-44D2-A3A9-C18B78B5F309}" presName="hierChild3" presStyleCnt="0"/>
      <dgm:spPr/>
    </dgm:pt>
    <dgm:pt modelId="{15A7BEAE-50FB-4715-B1F4-7FAAF0E8381E}" type="pres">
      <dgm:prSet presAssocID="{577C3604-1269-4D65-96B1-638059963ABA}" presName="hierRoot1" presStyleCnt="0">
        <dgm:presLayoutVars>
          <dgm:hierBranch val="init"/>
        </dgm:presLayoutVars>
      </dgm:prSet>
      <dgm:spPr/>
    </dgm:pt>
    <dgm:pt modelId="{111725D4-A732-4DB7-8758-28AE55FC856A}" type="pres">
      <dgm:prSet presAssocID="{577C3604-1269-4D65-96B1-638059963ABA}" presName="rootComposite1" presStyleCnt="0"/>
      <dgm:spPr/>
    </dgm:pt>
    <dgm:pt modelId="{29A43002-434C-4BB7-99C8-24957EA62542}" type="pres">
      <dgm:prSet presAssocID="{577C3604-1269-4D65-96B1-638059963ABA}" presName="rootText1" presStyleLbl="node0" presStyleIdx="2" presStyleCnt="4">
        <dgm:presLayoutVars>
          <dgm:chPref val="3"/>
        </dgm:presLayoutVars>
      </dgm:prSet>
      <dgm:spPr/>
    </dgm:pt>
    <dgm:pt modelId="{26EC4EFD-AF87-4C1B-B36E-BC7BA6564372}" type="pres">
      <dgm:prSet presAssocID="{577C3604-1269-4D65-96B1-638059963ABA}" presName="rootConnector1" presStyleLbl="node1" presStyleIdx="0" presStyleCnt="0"/>
      <dgm:spPr/>
    </dgm:pt>
    <dgm:pt modelId="{5067A2CE-F1B0-4EF3-BE0D-E4E48ED319FE}" type="pres">
      <dgm:prSet presAssocID="{577C3604-1269-4D65-96B1-638059963ABA}" presName="hierChild2" presStyleCnt="0"/>
      <dgm:spPr/>
    </dgm:pt>
    <dgm:pt modelId="{7D27943A-6A23-44BB-BA95-4C9ACA2D65E8}" type="pres">
      <dgm:prSet presAssocID="{577C3604-1269-4D65-96B1-638059963ABA}" presName="hierChild3" presStyleCnt="0"/>
      <dgm:spPr/>
    </dgm:pt>
    <dgm:pt modelId="{36C11C55-6E0E-4F2E-8F23-054C3B363B2A}" type="pres">
      <dgm:prSet presAssocID="{820EDDB4-7A68-4A05-B31F-EE6438E61B22}" presName="hierRoot1" presStyleCnt="0">
        <dgm:presLayoutVars>
          <dgm:hierBranch val="init"/>
        </dgm:presLayoutVars>
      </dgm:prSet>
      <dgm:spPr/>
    </dgm:pt>
    <dgm:pt modelId="{0CED7B20-A61B-4913-94D5-C5230CB22FF2}" type="pres">
      <dgm:prSet presAssocID="{820EDDB4-7A68-4A05-B31F-EE6438E61B22}" presName="rootComposite1" presStyleCnt="0"/>
      <dgm:spPr/>
    </dgm:pt>
    <dgm:pt modelId="{D467709E-CB70-4152-A725-DC9014B0F755}" type="pres">
      <dgm:prSet presAssocID="{820EDDB4-7A68-4A05-B31F-EE6438E61B22}" presName="rootText1" presStyleLbl="node0" presStyleIdx="3" presStyleCnt="4">
        <dgm:presLayoutVars>
          <dgm:chPref val="3"/>
        </dgm:presLayoutVars>
      </dgm:prSet>
      <dgm:spPr/>
    </dgm:pt>
    <dgm:pt modelId="{3FD098D0-7059-4FF9-9454-210848C3875F}" type="pres">
      <dgm:prSet presAssocID="{820EDDB4-7A68-4A05-B31F-EE6438E61B22}" presName="rootConnector1" presStyleLbl="node1" presStyleIdx="0" presStyleCnt="0"/>
      <dgm:spPr/>
    </dgm:pt>
    <dgm:pt modelId="{2EE1290E-3B67-4CFF-9B8B-CB9758BF3CF6}" type="pres">
      <dgm:prSet presAssocID="{820EDDB4-7A68-4A05-B31F-EE6438E61B22}" presName="hierChild2" presStyleCnt="0"/>
      <dgm:spPr/>
    </dgm:pt>
    <dgm:pt modelId="{640A2127-C9B7-4A92-A838-B13A1641E5B2}" type="pres">
      <dgm:prSet presAssocID="{820EDDB4-7A68-4A05-B31F-EE6438E61B22}" presName="hierChild3" presStyleCnt="0"/>
      <dgm:spPr/>
    </dgm:pt>
  </dgm:ptLst>
  <dgm:cxnLst>
    <dgm:cxn modelId="{79330215-0FC9-41B3-968A-5DC8F4FD43F7}" type="presOf" srcId="{1821A330-D52B-4080-AA86-C4A6B3D21D33}" destId="{0EDBD669-C28A-4CDB-BCBA-62AAE4962219}" srcOrd="0" destOrd="0" presId="urn:microsoft.com/office/officeart/2005/8/layout/orgChart1"/>
    <dgm:cxn modelId="{9D15CC30-428E-4A52-9145-9C35E0F2D16C}" srcId="{1821A330-D52B-4080-AA86-C4A6B3D21D33}" destId="{577C3604-1269-4D65-96B1-638059963ABA}" srcOrd="2" destOrd="0" parTransId="{0FBDD4A9-ECC6-473C-A694-EEC7C9AD05A0}" sibTransId="{3CE368B6-F176-4BAB-87AC-68546DE2A062}"/>
    <dgm:cxn modelId="{B8727339-F3D3-4E1F-B13A-F90034E1181D}" type="presOf" srcId="{50B5780B-882A-44D2-A3A9-C18B78B5F309}" destId="{D7969CBB-E53A-4CA6-9149-9B3DF9C37D6A}" srcOrd="0" destOrd="0" presId="urn:microsoft.com/office/officeart/2005/8/layout/orgChart1"/>
    <dgm:cxn modelId="{8D736861-09A1-40B7-8E55-76CB1B02D885}" type="presOf" srcId="{820EDDB4-7A68-4A05-B31F-EE6438E61B22}" destId="{D467709E-CB70-4152-A725-DC9014B0F755}" srcOrd="0" destOrd="0" presId="urn:microsoft.com/office/officeart/2005/8/layout/orgChart1"/>
    <dgm:cxn modelId="{D5B7EC44-365D-44BD-8AA9-233E670A58B0}" type="presOf" srcId="{820EDDB4-7A68-4A05-B31F-EE6438E61B22}" destId="{3FD098D0-7059-4FF9-9454-210848C3875F}" srcOrd="1" destOrd="0" presId="urn:microsoft.com/office/officeart/2005/8/layout/orgChart1"/>
    <dgm:cxn modelId="{FD6D604A-8C56-45CD-B6EE-CE53078EB9FF}" srcId="{1821A330-D52B-4080-AA86-C4A6B3D21D33}" destId="{820EDDB4-7A68-4A05-B31F-EE6438E61B22}" srcOrd="3" destOrd="0" parTransId="{ADB26340-D06A-4DE2-A7E7-7464F5DAD7FD}" sibTransId="{2BEE4BA9-C210-4908-B5BE-B42A80B8A7F7}"/>
    <dgm:cxn modelId="{87AF5D4F-7C67-418A-B486-AC29A5D7266A}" srcId="{1821A330-D52B-4080-AA86-C4A6B3D21D33}" destId="{C469AE6B-CA8F-48DB-9853-4ADAC19A99D4}" srcOrd="0" destOrd="0" parTransId="{F9DF5C0E-DA6E-4FC1-A36D-9CE8EF817D95}" sibTransId="{702B5B82-8539-4714-913A-C33CE5686F38}"/>
    <dgm:cxn modelId="{01E44876-EA72-4864-8356-DF7F48C702BB}" type="presOf" srcId="{C469AE6B-CA8F-48DB-9853-4ADAC19A99D4}" destId="{AC6DDE60-7034-4AFD-A081-2F5FA4E6BA7F}" srcOrd="1" destOrd="0" presId="urn:microsoft.com/office/officeart/2005/8/layout/orgChart1"/>
    <dgm:cxn modelId="{9B9BAC56-33A9-4B38-B495-CACD41C3111E}" srcId="{1821A330-D52B-4080-AA86-C4A6B3D21D33}" destId="{50B5780B-882A-44D2-A3A9-C18B78B5F309}" srcOrd="1" destOrd="0" parTransId="{78967624-BECA-40F7-9F78-A0D73524AB13}" sibTransId="{23098AE5-D40A-4A19-B6BD-916583176AAB}"/>
    <dgm:cxn modelId="{A301C582-0143-454C-B360-A39DB12141E4}" type="presOf" srcId="{C469AE6B-CA8F-48DB-9853-4ADAC19A99D4}" destId="{0C238BFE-036F-49EF-BAD8-D2B07C04C578}" srcOrd="0" destOrd="0" presId="urn:microsoft.com/office/officeart/2005/8/layout/orgChart1"/>
    <dgm:cxn modelId="{1FECCBA1-2682-49EE-A0F7-06B7D39DFF57}" type="presOf" srcId="{577C3604-1269-4D65-96B1-638059963ABA}" destId="{29A43002-434C-4BB7-99C8-24957EA62542}" srcOrd="0" destOrd="0" presId="urn:microsoft.com/office/officeart/2005/8/layout/orgChart1"/>
    <dgm:cxn modelId="{55AA05B7-E694-4338-8FB5-76A98AC53735}" type="presOf" srcId="{577C3604-1269-4D65-96B1-638059963ABA}" destId="{26EC4EFD-AF87-4C1B-B36E-BC7BA6564372}" srcOrd="1" destOrd="0" presId="urn:microsoft.com/office/officeart/2005/8/layout/orgChart1"/>
    <dgm:cxn modelId="{629C2BE6-15F8-49D6-8CF2-9E7733782F78}" type="presOf" srcId="{50B5780B-882A-44D2-A3A9-C18B78B5F309}" destId="{07D328DF-1F17-4F81-9183-9942D9B00E94}" srcOrd="1" destOrd="0" presId="urn:microsoft.com/office/officeart/2005/8/layout/orgChart1"/>
    <dgm:cxn modelId="{FF2000D4-FAD6-425C-B9BC-F9F2576C4E77}" type="presParOf" srcId="{0EDBD669-C28A-4CDB-BCBA-62AAE4962219}" destId="{1EFCEEE6-C71C-4339-B9B5-5A575CE0F57B}" srcOrd="0" destOrd="0" presId="urn:microsoft.com/office/officeart/2005/8/layout/orgChart1"/>
    <dgm:cxn modelId="{07AF05DF-FAD7-4E8E-970B-5AE34C657C2B}" type="presParOf" srcId="{1EFCEEE6-C71C-4339-B9B5-5A575CE0F57B}" destId="{2BD23680-EB49-4A9E-8ED1-B5304F99C2AF}" srcOrd="0" destOrd="0" presId="urn:microsoft.com/office/officeart/2005/8/layout/orgChart1"/>
    <dgm:cxn modelId="{96FD3F2B-C36C-4860-90D2-B29F009410AB}" type="presParOf" srcId="{2BD23680-EB49-4A9E-8ED1-B5304F99C2AF}" destId="{0C238BFE-036F-49EF-BAD8-D2B07C04C578}" srcOrd="0" destOrd="0" presId="urn:microsoft.com/office/officeart/2005/8/layout/orgChart1"/>
    <dgm:cxn modelId="{286FF182-FB85-4063-90F3-D342C9FC39BA}" type="presParOf" srcId="{2BD23680-EB49-4A9E-8ED1-B5304F99C2AF}" destId="{AC6DDE60-7034-4AFD-A081-2F5FA4E6BA7F}" srcOrd="1" destOrd="0" presId="urn:microsoft.com/office/officeart/2005/8/layout/orgChart1"/>
    <dgm:cxn modelId="{88EFCDDE-D9C3-4712-9E13-5CD859F4D913}" type="presParOf" srcId="{1EFCEEE6-C71C-4339-B9B5-5A575CE0F57B}" destId="{74E31D34-EB2E-4F27-8D0C-F848BE14078C}" srcOrd="1" destOrd="0" presId="urn:microsoft.com/office/officeart/2005/8/layout/orgChart1"/>
    <dgm:cxn modelId="{3EEF4F7C-DFB6-4868-95EB-03BAE99AC831}" type="presParOf" srcId="{1EFCEEE6-C71C-4339-B9B5-5A575CE0F57B}" destId="{6B4AC700-334C-4EAF-A155-DB7F2161B426}" srcOrd="2" destOrd="0" presId="urn:microsoft.com/office/officeart/2005/8/layout/orgChart1"/>
    <dgm:cxn modelId="{1988F3D8-4AAF-4683-95BD-8B0A279425D0}" type="presParOf" srcId="{0EDBD669-C28A-4CDB-BCBA-62AAE4962219}" destId="{588F71BA-533F-4999-ADB1-E1AF6A34DC41}" srcOrd="1" destOrd="0" presId="urn:microsoft.com/office/officeart/2005/8/layout/orgChart1"/>
    <dgm:cxn modelId="{EAC2CD12-789B-488E-B391-D6E4FA9E555D}" type="presParOf" srcId="{588F71BA-533F-4999-ADB1-E1AF6A34DC41}" destId="{2EFD466B-BDB5-4CC3-BDA5-440ECD6A844B}" srcOrd="0" destOrd="0" presId="urn:microsoft.com/office/officeart/2005/8/layout/orgChart1"/>
    <dgm:cxn modelId="{C560B002-9095-467D-B8E9-B47A96D31FAC}" type="presParOf" srcId="{2EFD466B-BDB5-4CC3-BDA5-440ECD6A844B}" destId="{D7969CBB-E53A-4CA6-9149-9B3DF9C37D6A}" srcOrd="0" destOrd="0" presId="urn:microsoft.com/office/officeart/2005/8/layout/orgChart1"/>
    <dgm:cxn modelId="{53CB99D6-9E79-45F0-A349-197DE32BF5DC}" type="presParOf" srcId="{2EFD466B-BDB5-4CC3-BDA5-440ECD6A844B}" destId="{07D328DF-1F17-4F81-9183-9942D9B00E94}" srcOrd="1" destOrd="0" presId="urn:microsoft.com/office/officeart/2005/8/layout/orgChart1"/>
    <dgm:cxn modelId="{E77DA739-B752-4A0D-AF83-465C06C7DF16}" type="presParOf" srcId="{588F71BA-533F-4999-ADB1-E1AF6A34DC41}" destId="{3D5EDD33-D11F-4115-AA2A-509772A3FEAD}" srcOrd="1" destOrd="0" presId="urn:microsoft.com/office/officeart/2005/8/layout/orgChart1"/>
    <dgm:cxn modelId="{F5AC156B-9EBC-446E-8327-FE86C9DE51DB}" type="presParOf" srcId="{588F71BA-533F-4999-ADB1-E1AF6A34DC41}" destId="{F1597D00-8998-4738-A7EE-0A9E07E520F5}" srcOrd="2" destOrd="0" presId="urn:microsoft.com/office/officeart/2005/8/layout/orgChart1"/>
    <dgm:cxn modelId="{A5520E71-E54F-471E-B7B2-3D25E9A31AEC}" type="presParOf" srcId="{0EDBD669-C28A-4CDB-BCBA-62AAE4962219}" destId="{15A7BEAE-50FB-4715-B1F4-7FAAF0E8381E}" srcOrd="2" destOrd="0" presId="urn:microsoft.com/office/officeart/2005/8/layout/orgChart1"/>
    <dgm:cxn modelId="{867A606D-FC01-43DF-830E-CB76043385C7}" type="presParOf" srcId="{15A7BEAE-50FB-4715-B1F4-7FAAF0E8381E}" destId="{111725D4-A732-4DB7-8758-28AE55FC856A}" srcOrd="0" destOrd="0" presId="urn:microsoft.com/office/officeart/2005/8/layout/orgChart1"/>
    <dgm:cxn modelId="{6778EB8D-DF30-4451-8C82-38EB7E31058A}" type="presParOf" srcId="{111725D4-A732-4DB7-8758-28AE55FC856A}" destId="{29A43002-434C-4BB7-99C8-24957EA62542}" srcOrd="0" destOrd="0" presId="urn:microsoft.com/office/officeart/2005/8/layout/orgChart1"/>
    <dgm:cxn modelId="{AFE7E217-8BDB-4527-947B-896F15B92103}" type="presParOf" srcId="{111725D4-A732-4DB7-8758-28AE55FC856A}" destId="{26EC4EFD-AF87-4C1B-B36E-BC7BA6564372}" srcOrd="1" destOrd="0" presId="urn:microsoft.com/office/officeart/2005/8/layout/orgChart1"/>
    <dgm:cxn modelId="{F7C9ADDD-219F-4C02-AEFC-CFBFBDAAEDAE}" type="presParOf" srcId="{15A7BEAE-50FB-4715-B1F4-7FAAF0E8381E}" destId="{5067A2CE-F1B0-4EF3-BE0D-E4E48ED319FE}" srcOrd="1" destOrd="0" presId="urn:microsoft.com/office/officeart/2005/8/layout/orgChart1"/>
    <dgm:cxn modelId="{41DD221C-CAF1-4B2D-8653-C6974896831A}" type="presParOf" srcId="{15A7BEAE-50FB-4715-B1F4-7FAAF0E8381E}" destId="{7D27943A-6A23-44BB-BA95-4C9ACA2D65E8}" srcOrd="2" destOrd="0" presId="urn:microsoft.com/office/officeart/2005/8/layout/orgChart1"/>
    <dgm:cxn modelId="{12A21A9F-74B0-465E-B1BE-08D3F3515A5A}" type="presParOf" srcId="{0EDBD669-C28A-4CDB-BCBA-62AAE4962219}" destId="{36C11C55-6E0E-4F2E-8F23-054C3B363B2A}" srcOrd="3" destOrd="0" presId="urn:microsoft.com/office/officeart/2005/8/layout/orgChart1"/>
    <dgm:cxn modelId="{2D136968-30DF-40A5-851E-1616835CEDF8}" type="presParOf" srcId="{36C11C55-6E0E-4F2E-8F23-054C3B363B2A}" destId="{0CED7B20-A61B-4913-94D5-C5230CB22FF2}" srcOrd="0" destOrd="0" presId="urn:microsoft.com/office/officeart/2005/8/layout/orgChart1"/>
    <dgm:cxn modelId="{7F0129DC-5F79-4C66-B2BC-B04633516070}" type="presParOf" srcId="{0CED7B20-A61B-4913-94D5-C5230CB22FF2}" destId="{D467709E-CB70-4152-A725-DC9014B0F755}" srcOrd="0" destOrd="0" presId="urn:microsoft.com/office/officeart/2005/8/layout/orgChart1"/>
    <dgm:cxn modelId="{20A40B65-628D-4AAA-AC8B-F28C4E355435}" type="presParOf" srcId="{0CED7B20-A61B-4913-94D5-C5230CB22FF2}" destId="{3FD098D0-7059-4FF9-9454-210848C3875F}" srcOrd="1" destOrd="0" presId="urn:microsoft.com/office/officeart/2005/8/layout/orgChart1"/>
    <dgm:cxn modelId="{AC60B159-AF7F-4F76-88BA-8DB76B04B42A}" type="presParOf" srcId="{36C11C55-6E0E-4F2E-8F23-054C3B363B2A}" destId="{2EE1290E-3B67-4CFF-9B8B-CB9758BF3CF6}" srcOrd="1" destOrd="0" presId="urn:microsoft.com/office/officeart/2005/8/layout/orgChart1"/>
    <dgm:cxn modelId="{24E9CAA7-9606-4CFB-9458-5A0AC743FC86}" type="presParOf" srcId="{36C11C55-6E0E-4F2E-8F23-054C3B363B2A}" destId="{640A2127-C9B7-4A92-A838-B13A1641E5B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F2C20D-44E9-44D7-8598-E89BD1669F1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9A38987-27CA-487A-811E-5E5915F84136}">
      <dgm:prSet/>
      <dgm:spPr/>
      <dgm:t>
        <a:bodyPr/>
        <a:lstStyle/>
        <a:p>
          <a:r>
            <a:rPr lang="en-US"/>
            <a:t>The database was implemented in SQLite using eight normalized tables:</a:t>
          </a:r>
        </a:p>
      </dgm:t>
    </dgm:pt>
    <dgm:pt modelId="{1D5CC3C2-0FA7-4608-8314-E12A82AD5176}" type="parTrans" cxnId="{D6C9976C-1AD3-4A7E-97BC-246BB655510C}">
      <dgm:prSet/>
      <dgm:spPr/>
      <dgm:t>
        <a:bodyPr/>
        <a:lstStyle/>
        <a:p>
          <a:endParaRPr lang="en-US"/>
        </a:p>
      </dgm:t>
    </dgm:pt>
    <dgm:pt modelId="{DA0B3F04-FFE8-48DF-92BF-63E47855B154}" type="sibTrans" cxnId="{D6C9976C-1AD3-4A7E-97BC-246BB655510C}">
      <dgm:prSet/>
      <dgm:spPr/>
      <dgm:t>
        <a:bodyPr/>
        <a:lstStyle/>
        <a:p>
          <a:endParaRPr lang="en-US"/>
        </a:p>
      </dgm:t>
    </dgm:pt>
    <dgm:pt modelId="{E8ADB4D6-43AA-446A-A289-3BEEC17CC310}">
      <dgm:prSet/>
      <dgm:spPr/>
      <dgm:t>
        <a:bodyPr/>
        <a:lstStyle/>
        <a:p>
          <a:r>
            <a:rPr lang="en-US" b="1"/>
            <a:t>Conference(conference_id PK, …)</a:t>
          </a:r>
          <a:endParaRPr lang="en-US"/>
        </a:p>
      </dgm:t>
    </dgm:pt>
    <dgm:pt modelId="{BBCAC7A7-CE28-406C-AC44-EA7C07463DE7}" type="parTrans" cxnId="{975BB869-1CDA-4705-A29D-4115E6F961B4}">
      <dgm:prSet/>
      <dgm:spPr/>
      <dgm:t>
        <a:bodyPr/>
        <a:lstStyle/>
        <a:p>
          <a:endParaRPr lang="en-US"/>
        </a:p>
      </dgm:t>
    </dgm:pt>
    <dgm:pt modelId="{440E1DE4-149B-4D18-945F-F720F6101B82}" type="sibTrans" cxnId="{975BB869-1CDA-4705-A29D-4115E6F961B4}">
      <dgm:prSet/>
      <dgm:spPr/>
      <dgm:t>
        <a:bodyPr/>
        <a:lstStyle/>
        <a:p>
          <a:endParaRPr lang="en-US"/>
        </a:p>
      </dgm:t>
    </dgm:pt>
    <dgm:pt modelId="{27AA37F9-87B4-44D6-9EB3-E6E5FF053C60}">
      <dgm:prSet/>
      <dgm:spPr/>
      <dgm:t>
        <a:bodyPr/>
        <a:lstStyle/>
        <a:p>
          <a:r>
            <a:rPr lang="en-US" b="1"/>
            <a:t>Session(session_id PK, conference_id FK, …)</a:t>
          </a:r>
          <a:endParaRPr lang="en-US"/>
        </a:p>
      </dgm:t>
    </dgm:pt>
    <dgm:pt modelId="{DA08F847-A443-426F-9412-8A5EB3183686}" type="parTrans" cxnId="{0640DE6D-25A9-4329-B837-87B53BDC5505}">
      <dgm:prSet/>
      <dgm:spPr/>
      <dgm:t>
        <a:bodyPr/>
        <a:lstStyle/>
        <a:p>
          <a:endParaRPr lang="en-US"/>
        </a:p>
      </dgm:t>
    </dgm:pt>
    <dgm:pt modelId="{BD4129B8-C06A-4691-BF68-E4091666D310}" type="sibTrans" cxnId="{0640DE6D-25A9-4329-B837-87B53BDC5505}">
      <dgm:prSet/>
      <dgm:spPr/>
      <dgm:t>
        <a:bodyPr/>
        <a:lstStyle/>
        <a:p>
          <a:endParaRPr lang="en-US"/>
        </a:p>
      </dgm:t>
    </dgm:pt>
    <dgm:pt modelId="{E6A002DE-43A5-41FB-86E2-C963C6E39193}">
      <dgm:prSet/>
      <dgm:spPr/>
      <dgm:t>
        <a:bodyPr/>
        <a:lstStyle/>
        <a:p>
          <a:r>
            <a:rPr lang="en-US" b="1"/>
            <a:t>Room(room_id PK, …)</a:t>
          </a:r>
          <a:endParaRPr lang="en-US"/>
        </a:p>
      </dgm:t>
    </dgm:pt>
    <dgm:pt modelId="{04BDCADF-858F-458B-8019-ECB6C343F2CD}" type="parTrans" cxnId="{9B598B1F-2A45-456B-BCEC-B1F437328913}">
      <dgm:prSet/>
      <dgm:spPr/>
      <dgm:t>
        <a:bodyPr/>
        <a:lstStyle/>
        <a:p>
          <a:endParaRPr lang="en-US"/>
        </a:p>
      </dgm:t>
    </dgm:pt>
    <dgm:pt modelId="{70CA5090-3257-4F41-A1D6-2F4D5725299B}" type="sibTrans" cxnId="{9B598B1F-2A45-456B-BCEC-B1F437328913}">
      <dgm:prSet/>
      <dgm:spPr/>
      <dgm:t>
        <a:bodyPr/>
        <a:lstStyle/>
        <a:p>
          <a:endParaRPr lang="en-US"/>
        </a:p>
      </dgm:t>
    </dgm:pt>
    <dgm:pt modelId="{66432779-3B70-45B1-A320-773CBB5BF88E}">
      <dgm:prSet/>
      <dgm:spPr/>
      <dgm:t>
        <a:bodyPr/>
        <a:lstStyle/>
        <a:p>
          <a:r>
            <a:rPr lang="en-US" b="1"/>
            <a:t>RoomSchedule(schedule_id PK, room_id FK, date, start_time, end_time, status)</a:t>
          </a:r>
          <a:endParaRPr lang="en-US"/>
        </a:p>
      </dgm:t>
    </dgm:pt>
    <dgm:pt modelId="{71498DBA-3195-4311-BE3E-577BB9335883}" type="parTrans" cxnId="{37A95293-EE95-47F2-8EA7-48E38424A23B}">
      <dgm:prSet/>
      <dgm:spPr/>
      <dgm:t>
        <a:bodyPr/>
        <a:lstStyle/>
        <a:p>
          <a:endParaRPr lang="en-US"/>
        </a:p>
      </dgm:t>
    </dgm:pt>
    <dgm:pt modelId="{33572130-7473-4405-8CF4-450149CFBB90}" type="sibTrans" cxnId="{37A95293-EE95-47F2-8EA7-48E38424A23B}">
      <dgm:prSet/>
      <dgm:spPr/>
      <dgm:t>
        <a:bodyPr/>
        <a:lstStyle/>
        <a:p>
          <a:endParaRPr lang="en-US"/>
        </a:p>
      </dgm:t>
    </dgm:pt>
    <dgm:pt modelId="{00A04DED-0EA5-4178-920E-0792ED187689}">
      <dgm:prSet/>
      <dgm:spPr/>
      <dgm:t>
        <a:bodyPr/>
        <a:lstStyle/>
        <a:p>
          <a:r>
            <a:rPr lang="en-US" b="1"/>
            <a:t>SessionRoomAssignment(session_id FK, schedule_id FK, PK(session_id, schedule_id))</a:t>
          </a:r>
          <a:endParaRPr lang="en-US"/>
        </a:p>
      </dgm:t>
    </dgm:pt>
    <dgm:pt modelId="{C8090F9A-2327-4749-92F9-9E3E6F87D025}" type="parTrans" cxnId="{946FFB1F-1DF8-46D0-8D26-74FEE909BD55}">
      <dgm:prSet/>
      <dgm:spPr/>
      <dgm:t>
        <a:bodyPr/>
        <a:lstStyle/>
        <a:p>
          <a:endParaRPr lang="en-US"/>
        </a:p>
      </dgm:t>
    </dgm:pt>
    <dgm:pt modelId="{78F6AE9E-4E07-4C45-8DB3-3672B89C213B}" type="sibTrans" cxnId="{946FFB1F-1DF8-46D0-8D26-74FEE909BD55}">
      <dgm:prSet/>
      <dgm:spPr/>
      <dgm:t>
        <a:bodyPr/>
        <a:lstStyle/>
        <a:p>
          <a:endParaRPr lang="en-US"/>
        </a:p>
      </dgm:t>
    </dgm:pt>
    <dgm:pt modelId="{2552E1D7-1AAD-4487-AAAD-0145F113854D}">
      <dgm:prSet/>
      <dgm:spPr/>
      <dgm:t>
        <a:bodyPr/>
        <a:lstStyle/>
        <a:p>
          <a:r>
            <a:rPr lang="en-US" b="1"/>
            <a:t>Speaker(speaker_id PK, …)</a:t>
          </a:r>
          <a:endParaRPr lang="en-US"/>
        </a:p>
      </dgm:t>
    </dgm:pt>
    <dgm:pt modelId="{3A3F3E9B-CBA9-4705-BC0C-65C6B4DF7D1C}" type="parTrans" cxnId="{2F1DA242-3C7E-4C37-925D-F975CD436EF8}">
      <dgm:prSet/>
      <dgm:spPr/>
      <dgm:t>
        <a:bodyPr/>
        <a:lstStyle/>
        <a:p>
          <a:endParaRPr lang="en-US"/>
        </a:p>
      </dgm:t>
    </dgm:pt>
    <dgm:pt modelId="{9E894AA5-EDDF-4FF2-89D6-84CF792FECB8}" type="sibTrans" cxnId="{2F1DA242-3C7E-4C37-925D-F975CD436EF8}">
      <dgm:prSet/>
      <dgm:spPr/>
      <dgm:t>
        <a:bodyPr/>
        <a:lstStyle/>
        <a:p>
          <a:endParaRPr lang="en-US"/>
        </a:p>
      </dgm:t>
    </dgm:pt>
    <dgm:pt modelId="{A9084114-5BD4-4D2C-9C7E-4FD109FA67F7}">
      <dgm:prSet/>
      <dgm:spPr/>
      <dgm:t>
        <a:bodyPr/>
        <a:lstStyle/>
        <a:p>
          <a:r>
            <a:rPr lang="en-US" b="1"/>
            <a:t>SpeakerAssignment(session_id FK, speaker_id FK, PK(session_id, speaker_id))</a:t>
          </a:r>
          <a:endParaRPr lang="en-US"/>
        </a:p>
      </dgm:t>
    </dgm:pt>
    <dgm:pt modelId="{9962F19A-AFB2-497F-8EF1-F1B2771116C6}" type="parTrans" cxnId="{06237345-97F7-400D-A535-0B987CAA09B8}">
      <dgm:prSet/>
      <dgm:spPr/>
      <dgm:t>
        <a:bodyPr/>
        <a:lstStyle/>
        <a:p>
          <a:endParaRPr lang="en-US"/>
        </a:p>
      </dgm:t>
    </dgm:pt>
    <dgm:pt modelId="{B0202D2D-173E-4FF7-9457-2B40B3E648EB}" type="sibTrans" cxnId="{06237345-97F7-400D-A535-0B987CAA09B8}">
      <dgm:prSet/>
      <dgm:spPr/>
      <dgm:t>
        <a:bodyPr/>
        <a:lstStyle/>
        <a:p>
          <a:endParaRPr lang="en-US"/>
        </a:p>
      </dgm:t>
    </dgm:pt>
    <dgm:pt modelId="{F87B205F-6518-4931-A4AA-B4384C8616EF}">
      <dgm:prSet/>
      <dgm:spPr/>
      <dgm:t>
        <a:bodyPr/>
        <a:lstStyle/>
        <a:p>
          <a:r>
            <a:rPr lang="en-US" b="1"/>
            <a:t>LogEntry(log_id PK, timestamp, action, entity_affected)</a:t>
          </a:r>
          <a:endParaRPr lang="en-US"/>
        </a:p>
      </dgm:t>
    </dgm:pt>
    <dgm:pt modelId="{D5E52492-BB2C-4C58-9FF6-AB7E7266C051}" type="parTrans" cxnId="{42C4DB84-BF9C-4A0E-B83C-7051102B6CD8}">
      <dgm:prSet/>
      <dgm:spPr/>
      <dgm:t>
        <a:bodyPr/>
        <a:lstStyle/>
        <a:p>
          <a:endParaRPr lang="en-US"/>
        </a:p>
      </dgm:t>
    </dgm:pt>
    <dgm:pt modelId="{4A330E8F-187C-4127-BEC1-36092B9048D1}" type="sibTrans" cxnId="{42C4DB84-BF9C-4A0E-B83C-7051102B6CD8}">
      <dgm:prSet/>
      <dgm:spPr/>
      <dgm:t>
        <a:bodyPr/>
        <a:lstStyle/>
        <a:p>
          <a:endParaRPr lang="en-US"/>
        </a:p>
      </dgm:t>
    </dgm:pt>
    <dgm:pt modelId="{F996E425-98D7-4EA5-83DD-9ED90B75F5D2}">
      <dgm:prSet/>
      <dgm:spPr/>
      <dgm:t>
        <a:bodyPr/>
        <a:lstStyle/>
        <a:p>
          <a:r>
            <a:rPr lang="en-US"/>
            <a:t>All foreign keys match the relationships defined in the E/R diagram.</a:t>
          </a:r>
        </a:p>
      </dgm:t>
    </dgm:pt>
    <dgm:pt modelId="{E5E62E12-A261-4EEF-9C52-3AD960E3A1CD}" type="parTrans" cxnId="{0EF52848-9E55-4F43-B414-AB214EC9C804}">
      <dgm:prSet/>
      <dgm:spPr/>
      <dgm:t>
        <a:bodyPr/>
        <a:lstStyle/>
        <a:p>
          <a:endParaRPr lang="en-US"/>
        </a:p>
      </dgm:t>
    </dgm:pt>
    <dgm:pt modelId="{1811CB6B-6387-4E2A-B09D-7453C4B98865}" type="sibTrans" cxnId="{0EF52848-9E55-4F43-B414-AB214EC9C804}">
      <dgm:prSet/>
      <dgm:spPr/>
      <dgm:t>
        <a:bodyPr/>
        <a:lstStyle/>
        <a:p>
          <a:endParaRPr lang="en-US"/>
        </a:p>
      </dgm:t>
    </dgm:pt>
    <dgm:pt modelId="{1FFAF90B-CEA0-453F-A8A6-F912F5E05D97}" type="pres">
      <dgm:prSet presAssocID="{99F2C20D-44E9-44D7-8598-E89BD1669F12}" presName="diagram" presStyleCnt="0">
        <dgm:presLayoutVars>
          <dgm:dir/>
          <dgm:resizeHandles val="exact"/>
        </dgm:presLayoutVars>
      </dgm:prSet>
      <dgm:spPr/>
    </dgm:pt>
    <dgm:pt modelId="{47A960E2-E0EB-4E00-9017-2D7601B33B7E}" type="pres">
      <dgm:prSet presAssocID="{99A38987-27CA-487A-811E-5E5915F84136}" presName="node" presStyleLbl="node1" presStyleIdx="0" presStyleCnt="10">
        <dgm:presLayoutVars>
          <dgm:bulletEnabled val="1"/>
        </dgm:presLayoutVars>
      </dgm:prSet>
      <dgm:spPr/>
    </dgm:pt>
    <dgm:pt modelId="{8249755D-F66D-438C-BCAE-EEEE3C2ED9BA}" type="pres">
      <dgm:prSet presAssocID="{DA0B3F04-FFE8-48DF-92BF-63E47855B154}" presName="sibTrans" presStyleCnt="0"/>
      <dgm:spPr/>
    </dgm:pt>
    <dgm:pt modelId="{0E93058A-E4CD-480A-BB0D-9EED2111EB64}" type="pres">
      <dgm:prSet presAssocID="{E8ADB4D6-43AA-446A-A289-3BEEC17CC310}" presName="node" presStyleLbl="node1" presStyleIdx="1" presStyleCnt="10">
        <dgm:presLayoutVars>
          <dgm:bulletEnabled val="1"/>
        </dgm:presLayoutVars>
      </dgm:prSet>
      <dgm:spPr/>
    </dgm:pt>
    <dgm:pt modelId="{17B6227E-A905-4411-9ED3-05CE08342124}" type="pres">
      <dgm:prSet presAssocID="{440E1DE4-149B-4D18-945F-F720F6101B82}" presName="sibTrans" presStyleCnt="0"/>
      <dgm:spPr/>
    </dgm:pt>
    <dgm:pt modelId="{D93DD854-52CE-43FE-8F83-DDF6D7F712DA}" type="pres">
      <dgm:prSet presAssocID="{27AA37F9-87B4-44D6-9EB3-E6E5FF053C60}" presName="node" presStyleLbl="node1" presStyleIdx="2" presStyleCnt="10">
        <dgm:presLayoutVars>
          <dgm:bulletEnabled val="1"/>
        </dgm:presLayoutVars>
      </dgm:prSet>
      <dgm:spPr/>
    </dgm:pt>
    <dgm:pt modelId="{1026E7C0-189C-43A4-BC79-70ED22007AC8}" type="pres">
      <dgm:prSet presAssocID="{BD4129B8-C06A-4691-BF68-E4091666D310}" presName="sibTrans" presStyleCnt="0"/>
      <dgm:spPr/>
    </dgm:pt>
    <dgm:pt modelId="{E22C8A5D-6265-460E-BE4E-3BF7F9B4619B}" type="pres">
      <dgm:prSet presAssocID="{E6A002DE-43A5-41FB-86E2-C963C6E39193}" presName="node" presStyleLbl="node1" presStyleIdx="3" presStyleCnt="10">
        <dgm:presLayoutVars>
          <dgm:bulletEnabled val="1"/>
        </dgm:presLayoutVars>
      </dgm:prSet>
      <dgm:spPr/>
    </dgm:pt>
    <dgm:pt modelId="{30FD1389-370A-419D-B3DC-4F69E40261EC}" type="pres">
      <dgm:prSet presAssocID="{70CA5090-3257-4F41-A1D6-2F4D5725299B}" presName="sibTrans" presStyleCnt="0"/>
      <dgm:spPr/>
    </dgm:pt>
    <dgm:pt modelId="{E0A0913B-CE29-468F-97AE-4ACA81360AFB}" type="pres">
      <dgm:prSet presAssocID="{66432779-3B70-45B1-A320-773CBB5BF88E}" presName="node" presStyleLbl="node1" presStyleIdx="4" presStyleCnt="10">
        <dgm:presLayoutVars>
          <dgm:bulletEnabled val="1"/>
        </dgm:presLayoutVars>
      </dgm:prSet>
      <dgm:spPr/>
    </dgm:pt>
    <dgm:pt modelId="{A6D72ABB-1D6E-4E81-8A94-061FF1E7090B}" type="pres">
      <dgm:prSet presAssocID="{33572130-7473-4405-8CF4-450149CFBB90}" presName="sibTrans" presStyleCnt="0"/>
      <dgm:spPr/>
    </dgm:pt>
    <dgm:pt modelId="{62203ECF-4BC2-4B5B-B972-FF31412DF589}" type="pres">
      <dgm:prSet presAssocID="{00A04DED-0EA5-4178-920E-0792ED187689}" presName="node" presStyleLbl="node1" presStyleIdx="5" presStyleCnt="10">
        <dgm:presLayoutVars>
          <dgm:bulletEnabled val="1"/>
        </dgm:presLayoutVars>
      </dgm:prSet>
      <dgm:spPr/>
    </dgm:pt>
    <dgm:pt modelId="{7D2764BD-357D-4C31-9F9C-D2996D08A13E}" type="pres">
      <dgm:prSet presAssocID="{78F6AE9E-4E07-4C45-8DB3-3672B89C213B}" presName="sibTrans" presStyleCnt="0"/>
      <dgm:spPr/>
    </dgm:pt>
    <dgm:pt modelId="{933236B7-ED5E-49A1-98B1-812674AA1396}" type="pres">
      <dgm:prSet presAssocID="{2552E1D7-1AAD-4487-AAAD-0145F113854D}" presName="node" presStyleLbl="node1" presStyleIdx="6" presStyleCnt="10">
        <dgm:presLayoutVars>
          <dgm:bulletEnabled val="1"/>
        </dgm:presLayoutVars>
      </dgm:prSet>
      <dgm:spPr/>
    </dgm:pt>
    <dgm:pt modelId="{EAACB54F-735B-4720-B481-EFFD22EC8B56}" type="pres">
      <dgm:prSet presAssocID="{9E894AA5-EDDF-4FF2-89D6-84CF792FECB8}" presName="sibTrans" presStyleCnt="0"/>
      <dgm:spPr/>
    </dgm:pt>
    <dgm:pt modelId="{9FD49CF9-6DA5-4255-9B17-87A5F8F095FE}" type="pres">
      <dgm:prSet presAssocID="{A9084114-5BD4-4D2C-9C7E-4FD109FA67F7}" presName="node" presStyleLbl="node1" presStyleIdx="7" presStyleCnt="10">
        <dgm:presLayoutVars>
          <dgm:bulletEnabled val="1"/>
        </dgm:presLayoutVars>
      </dgm:prSet>
      <dgm:spPr/>
    </dgm:pt>
    <dgm:pt modelId="{2C94A15A-FFA5-46CD-B9E0-4A58624935CA}" type="pres">
      <dgm:prSet presAssocID="{B0202D2D-173E-4FF7-9457-2B40B3E648EB}" presName="sibTrans" presStyleCnt="0"/>
      <dgm:spPr/>
    </dgm:pt>
    <dgm:pt modelId="{A4C1EC72-5703-4EFE-8EC1-6715F45E02B0}" type="pres">
      <dgm:prSet presAssocID="{F87B205F-6518-4931-A4AA-B4384C8616EF}" presName="node" presStyleLbl="node1" presStyleIdx="8" presStyleCnt="10">
        <dgm:presLayoutVars>
          <dgm:bulletEnabled val="1"/>
        </dgm:presLayoutVars>
      </dgm:prSet>
      <dgm:spPr/>
    </dgm:pt>
    <dgm:pt modelId="{DE442359-FFA4-4693-A782-B80DA09D72EF}" type="pres">
      <dgm:prSet presAssocID="{4A330E8F-187C-4127-BEC1-36092B9048D1}" presName="sibTrans" presStyleCnt="0"/>
      <dgm:spPr/>
    </dgm:pt>
    <dgm:pt modelId="{EA8043EF-B7DF-489C-801C-13BDCBF87DB5}" type="pres">
      <dgm:prSet presAssocID="{F996E425-98D7-4EA5-83DD-9ED90B75F5D2}" presName="node" presStyleLbl="node1" presStyleIdx="9" presStyleCnt="10">
        <dgm:presLayoutVars>
          <dgm:bulletEnabled val="1"/>
        </dgm:presLayoutVars>
      </dgm:prSet>
      <dgm:spPr/>
    </dgm:pt>
  </dgm:ptLst>
  <dgm:cxnLst>
    <dgm:cxn modelId="{4073410C-79B7-4630-A447-75255A3B0A32}" type="presOf" srcId="{99F2C20D-44E9-44D7-8598-E89BD1669F12}" destId="{1FFAF90B-CEA0-453F-A8A6-F912F5E05D97}" srcOrd="0" destOrd="0" presId="urn:microsoft.com/office/officeart/2005/8/layout/default"/>
    <dgm:cxn modelId="{9B598B1F-2A45-456B-BCEC-B1F437328913}" srcId="{99F2C20D-44E9-44D7-8598-E89BD1669F12}" destId="{E6A002DE-43A5-41FB-86E2-C963C6E39193}" srcOrd="3" destOrd="0" parTransId="{04BDCADF-858F-458B-8019-ECB6C343F2CD}" sibTransId="{70CA5090-3257-4F41-A1D6-2F4D5725299B}"/>
    <dgm:cxn modelId="{946FFB1F-1DF8-46D0-8D26-74FEE909BD55}" srcId="{99F2C20D-44E9-44D7-8598-E89BD1669F12}" destId="{00A04DED-0EA5-4178-920E-0792ED187689}" srcOrd="5" destOrd="0" parTransId="{C8090F9A-2327-4749-92F9-9E3E6F87D025}" sibTransId="{78F6AE9E-4E07-4C45-8DB3-3672B89C213B}"/>
    <dgm:cxn modelId="{9D49E225-25D1-409C-B357-0BCDD1800D67}" type="presOf" srcId="{2552E1D7-1AAD-4487-AAAD-0145F113854D}" destId="{933236B7-ED5E-49A1-98B1-812674AA1396}" srcOrd="0" destOrd="0" presId="urn:microsoft.com/office/officeart/2005/8/layout/default"/>
    <dgm:cxn modelId="{E7077461-EFD4-468E-BA08-95327815366C}" type="presOf" srcId="{F87B205F-6518-4931-A4AA-B4384C8616EF}" destId="{A4C1EC72-5703-4EFE-8EC1-6715F45E02B0}" srcOrd="0" destOrd="0" presId="urn:microsoft.com/office/officeart/2005/8/layout/default"/>
    <dgm:cxn modelId="{2F1DA242-3C7E-4C37-925D-F975CD436EF8}" srcId="{99F2C20D-44E9-44D7-8598-E89BD1669F12}" destId="{2552E1D7-1AAD-4487-AAAD-0145F113854D}" srcOrd="6" destOrd="0" parTransId="{3A3F3E9B-CBA9-4705-BC0C-65C6B4DF7D1C}" sibTransId="{9E894AA5-EDDF-4FF2-89D6-84CF792FECB8}"/>
    <dgm:cxn modelId="{06237345-97F7-400D-A535-0B987CAA09B8}" srcId="{99F2C20D-44E9-44D7-8598-E89BD1669F12}" destId="{A9084114-5BD4-4D2C-9C7E-4FD109FA67F7}" srcOrd="7" destOrd="0" parTransId="{9962F19A-AFB2-497F-8EF1-F1B2771116C6}" sibTransId="{B0202D2D-173E-4FF7-9457-2B40B3E648EB}"/>
    <dgm:cxn modelId="{186CF145-FA4E-4D00-93EA-360A691E7030}" type="presOf" srcId="{66432779-3B70-45B1-A320-773CBB5BF88E}" destId="{E0A0913B-CE29-468F-97AE-4ACA81360AFB}" srcOrd="0" destOrd="0" presId="urn:microsoft.com/office/officeart/2005/8/layout/default"/>
    <dgm:cxn modelId="{0EF52848-9E55-4F43-B414-AB214EC9C804}" srcId="{99F2C20D-44E9-44D7-8598-E89BD1669F12}" destId="{F996E425-98D7-4EA5-83DD-9ED90B75F5D2}" srcOrd="9" destOrd="0" parTransId="{E5E62E12-A261-4EEF-9C52-3AD960E3A1CD}" sibTransId="{1811CB6B-6387-4E2A-B09D-7453C4B98865}"/>
    <dgm:cxn modelId="{975BB869-1CDA-4705-A29D-4115E6F961B4}" srcId="{99F2C20D-44E9-44D7-8598-E89BD1669F12}" destId="{E8ADB4D6-43AA-446A-A289-3BEEC17CC310}" srcOrd="1" destOrd="0" parTransId="{BBCAC7A7-CE28-406C-AC44-EA7C07463DE7}" sibTransId="{440E1DE4-149B-4D18-945F-F720F6101B82}"/>
    <dgm:cxn modelId="{D6C9976C-1AD3-4A7E-97BC-246BB655510C}" srcId="{99F2C20D-44E9-44D7-8598-E89BD1669F12}" destId="{99A38987-27CA-487A-811E-5E5915F84136}" srcOrd="0" destOrd="0" parTransId="{1D5CC3C2-0FA7-4608-8314-E12A82AD5176}" sibTransId="{DA0B3F04-FFE8-48DF-92BF-63E47855B154}"/>
    <dgm:cxn modelId="{0640DE6D-25A9-4329-B837-87B53BDC5505}" srcId="{99F2C20D-44E9-44D7-8598-E89BD1669F12}" destId="{27AA37F9-87B4-44D6-9EB3-E6E5FF053C60}" srcOrd="2" destOrd="0" parTransId="{DA08F847-A443-426F-9412-8A5EB3183686}" sibTransId="{BD4129B8-C06A-4691-BF68-E4091666D310}"/>
    <dgm:cxn modelId="{42C4DB84-BF9C-4A0E-B83C-7051102B6CD8}" srcId="{99F2C20D-44E9-44D7-8598-E89BD1669F12}" destId="{F87B205F-6518-4931-A4AA-B4384C8616EF}" srcOrd="8" destOrd="0" parTransId="{D5E52492-BB2C-4C58-9FF6-AB7E7266C051}" sibTransId="{4A330E8F-187C-4127-BEC1-36092B9048D1}"/>
    <dgm:cxn modelId="{37A95293-EE95-47F2-8EA7-48E38424A23B}" srcId="{99F2C20D-44E9-44D7-8598-E89BD1669F12}" destId="{66432779-3B70-45B1-A320-773CBB5BF88E}" srcOrd="4" destOrd="0" parTransId="{71498DBA-3195-4311-BE3E-577BB9335883}" sibTransId="{33572130-7473-4405-8CF4-450149CFBB90}"/>
    <dgm:cxn modelId="{1F9CCEA9-B498-4A99-A055-0C86A663C173}" type="presOf" srcId="{99A38987-27CA-487A-811E-5E5915F84136}" destId="{47A960E2-E0EB-4E00-9017-2D7601B33B7E}" srcOrd="0" destOrd="0" presId="urn:microsoft.com/office/officeart/2005/8/layout/default"/>
    <dgm:cxn modelId="{993E86B3-1608-408B-A0B0-D5BCD73F8BC5}" type="presOf" srcId="{27AA37F9-87B4-44D6-9EB3-E6E5FF053C60}" destId="{D93DD854-52CE-43FE-8F83-DDF6D7F712DA}" srcOrd="0" destOrd="0" presId="urn:microsoft.com/office/officeart/2005/8/layout/default"/>
    <dgm:cxn modelId="{15D01AC3-A9DB-4EB9-B693-B575EC66E5BC}" type="presOf" srcId="{A9084114-5BD4-4D2C-9C7E-4FD109FA67F7}" destId="{9FD49CF9-6DA5-4255-9B17-87A5F8F095FE}" srcOrd="0" destOrd="0" presId="urn:microsoft.com/office/officeart/2005/8/layout/default"/>
    <dgm:cxn modelId="{C03B83CF-D1DB-4039-9EE0-CD1F92792407}" type="presOf" srcId="{E6A002DE-43A5-41FB-86E2-C963C6E39193}" destId="{E22C8A5D-6265-460E-BE4E-3BF7F9B4619B}" srcOrd="0" destOrd="0" presId="urn:microsoft.com/office/officeart/2005/8/layout/default"/>
    <dgm:cxn modelId="{EDE0B8D0-1EDF-426C-9503-7813552DCE32}" type="presOf" srcId="{E8ADB4D6-43AA-446A-A289-3BEEC17CC310}" destId="{0E93058A-E4CD-480A-BB0D-9EED2111EB64}" srcOrd="0" destOrd="0" presId="urn:microsoft.com/office/officeart/2005/8/layout/default"/>
    <dgm:cxn modelId="{4EE254DC-299B-40AC-BA22-323431AB7A81}" type="presOf" srcId="{F996E425-98D7-4EA5-83DD-9ED90B75F5D2}" destId="{EA8043EF-B7DF-489C-801C-13BDCBF87DB5}" srcOrd="0" destOrd="0" presId="urn:microsoft.com/office/officeart/2005/8/layout/default"/>
    <dgm:cxn modelId="{D19509EA-63CF-46D9-B0FE-00FDCB5380E5}" type="presOf" srcId="{00A04DED-0EA5-4178-920E-0792ED187689}" destId="{62203ECF-4BC2-4B5B-B972-FF31412DF589}" srcOrd="0" destOrd="0" presId="urn:microsoft.com/office/officeart/2005/8/layout/default"/>
    <dgm:cxn modelId="{CDC16080-0898-45D7-BDD8-C7A1E9DBBCE6}" type="presParOf" srcId="{1FFAF90B-CEA0-453F-A8A6-F912F5E05D97}" destId="{47A960E2-E0EB-4E00-9017-2D7601B33B7E}" srcOrd="0" destOrd="0" presId="urn:microsoft.com/office/officeart/2005/8/layout/default"/>
    <dgm:cxn modelId="{27A7D1AF-89A2-4A73-8823-2BAD6A193736}" type="presParOf" srcId="{1FFAF90B-CEA0-453F-A8A6-F912F5E05D97}" destId="{8249755D-F66D-438C-BCAE-EEEE3C2ED9BA}" srcOrd="1" destOrd="0" presId="urn:microsoft.com/office/officeart/2005/8/layout/default"/>
    <dgm:cxn modelId="{9F47AB71-3C36-4599-A9A0-2740A0B41FC6}" type="presParOf" srcId="{1FFAF90B-CEA0-453F-A8A6-F912F5E05D97}" destId="{0E93058A-E4CD-480A-BB0D-9EED2111EB64}" srcOrd="2" destOrd="0" presId="urn:microsoft.com/office/officeart/2005/8/layout/default"/>
    <dgm:cxn modelId="{5C07CFE3-352B-41D6-A6F6-C7C1477F40E7}" type="presParOf" srcId="{1FFAF90B-CEA0-453F-A8A6-F912F5E05D97}" destId="{17B6227E-A905-4411-9ED3-05CE08342124}" srcOrd="3" destOrd="0" presId="urn:microsoft.com/office/officeart/2005/8/layout/default"/>
    <dgm:cxn modelId="{D99521A6-3F8D-4625-9B70-BBDCD79795F4}" type="presParOf" srcId="{1FFAF90B-CEA0-453F-A8A6-F912F5E05D97}" destId="{D93DD854-52CE-43FE-8F83-DDF6D7F712DA}" srcOrd="4" destOrd="0" presId="urn:microsoft.com/office/officeart/2005/8/layout/default"/>
    <dgm:cxn modelId="{82D751B3-0E05-4118-9A50-E3AF8D3DF5C1}" type="presParOf" srcId="{1FFAF90B-CEA0-453F-A8A6-F912F5E05D97}" destId="{1026E7C0-189C-43A4-BC79-70ED22007AC8}" srcOrd="5" destOrd="0" presId="urn:microsoft.com/office/officeart/2005/8/layout/default"/>
    <dgm:cxn modelId="{63024200-679A-4022-92A5-D7999942347E}" type="presParOf" srcId="{1FFAF90B-CEA0-453F-A8A6-F912F5E05D97}" destId="{E22C8A5D-6265-460E-BE4E-3BF7F9B4619B}" srcOrd="6" destOrd="0" presId="urn:microsoft.com/office/officeart/2005/8/layout/default"/>
    <dgm:cxn modelId="{300383CA-353C-4F0D-9A69-4A20707DCD1D}" type="presParOf" srcId="{1FFAF90B-CEA0-453F-A8A6-F912F5E05D97}" destId="{30FD1389-370A-419D-B3DC-4F69E40261EC}" srcOrd="7" destOrd="0" presId="urn:microsoft.com/office/officeart/2005/8/layout/default"/>
    <dgm:cxn modelId="{04DBE037-11DC-4346-A207-0F3BACAA268A}" type="presParOf" srcId="{1FFAF90B-CEA0-453F-A8A6-F912F5E05D97}" destId="{E0A0913B-CE29-468F-97AE-4ACA81360AFB}" srcOrd="8" destOrd="0" presId="urn:microsoft.com/office/officeart/2005/8/layout/default"/>
    <dgm:cxn modelId="{FF06DB53-64AB-486A-A28E-693E3F3C2120}" type="presParOf" srcId="{1FFAF90B-CEA0-453F-A8A6-F912F5E05D97}" destId="{A6D72ABB-1D6E-4E81-8A94-061FF1E7090B}" srcOrd="9" destOrd="0" presId="urn:microsoft.com/office/officeart/2005/8/layout/default"/>
    <dgm:cxn modelId="{71614A48-5D9F-4EAC-A994-F64F98DD4026}" type="presParOf" srcId="{1FFAF90B-CEA0-453F-A8A6-F912F5E05D97}" destId="{62203ECF-4BC2-4B5B-B972-FF31412DF589}" srcOrd="10" destOrd="0" presId="urn:microsoft.com/office/officeart/2005/8/layout/default"/>
    <dgm:cxn modelId="{69B84904-4455-4E28-B829-A3477E389F10}" type="presParOf" srcId="{1FFAF90B-CEA0-453F-A8A6-F912F5E05D97}" destId="{7D2764BD-357D-4C31-9F9C-D2996D08A13E}" srcOrd="11" destOrd="0" presId="urn:microsoft.com/office/officeart/2005/8/layout/default"/>
    <dgm:cxn modelId="{296CFD0F-F540-4A39-8845-16AE70D73DB1}" type="presParOf" srcId="{1FFAF90B-CEA0-453F-A8A6-F912F5E05D97}" destId="{933236B7-ED5E-49A1-98B1-812674AA1396}" srcOrd="12" destOrd="0" presId="urn:microsoft.com/office/officeart/2005/8/layout/default"/>
    <dgm:cxn modelId="{917F2DF4-3B2E-41AD-8040-4ADDCAFCEF3B}" type="presParOf" srcId="{1FFAF90B-CEA0-453F-A8A6-F912F5E05D97}" destId="{EAACB54F-735B-4720-B481-EFFD22EC8B56}" srcOrd="13" destOrd="0" presId="urn:microsoft.com/office/officeart/2005/8/layout/default"/>
    <dgm:cxn modelId="{8941997B-1185-4B17-A3C1-3FFB02890AE2}" type="presParOf" srcId="{1FFAF90B-CEA0-453F-A8A6-F912F5E05D97}" destId="{9FD49CF9-6DA5-4255-9B17-87A5F8F095FE}" srcOrd="14" destOrd="0" presId="urn:microsoft.com/office/officeart/2005/8/layout/default"/>
    <dgm:cxn modelId="{78A956B6-EDE2-4B5E-8C3D-07DB65205D85}" type="presParOf" srcId="{1FFAF90B-CEA0-453F-A8A6-F912F5E05D97}" destId="{2C94A15A-FFA5-46CD-B9E0-4A58624935CA}" srcOrd="15" destOrd="0" presId="urn:microsoft.com/office/officeart/2005/8/layout/default"/>
    <dgm:cxn modelId="{74F4EF35-475B-4EFE-8990-C38D1CBA3B66}" type="presParOf" srcId="{1FFAF90B-CEA0-453F-A8A6-F912F5E05D97}" destId="{A4C1EC72-5703-4EFE-8EC1-6715F45E02B0}" srcOrd="16" destOrd="0" presId="urn:microsoft.com/office/officeart/2005/8/layout/default"/>
    <dgm:cxn modelId="{D56CA8BE-7C96-41A6-8316-43008C8333C4}" type="presParOf" srcId="{1FFAF90B-CEA0-453F-A8A6-F912F5E05D97}" destId="{DE442359-FFA4-4693-A782-B80DA09D72EF}" srcOrd="17" destOrd="0" presId="urn:microsoft.com/office/officeart/2005/8/layout/default"/>
    <dgm:cxn modelId="{5E44120D-005E-4C60-B0DB-0288FFF3535C}" type="presParOf" srcId="{1FFAF90B-CEA0-453F-A8A6-F912F5E05D97}" destId="{EA8043EF-B7DF-489C-801C-13BDCBF87DB5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6131BF3-2493-4A43-BC38-F7B963BEADCB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EDC15EB-24DC-495F-99CA-A23AA0FBE058}">
      <dgm:prSet/>
      <dgm:spPr/>
      <dgm:t>
        <a:bodyPr/>
        <a:lstStyle/>
        <a:p>
          <a:r>
            <a:rPr lang="en-US"/>
            <a:t>We populated the system with representative sample data including:</a:t>
          </a:r>
        </a:p>
      </dgm:t>
    </dgm:pt>
    <dgm:pt modelId="{4BDBAA54-3566-4188-8AF4-EB7A6CACCC92}" type="parTrans" cxnId="{7636BC32-72B3-4722-A8AA-EAF88FF7F06B}">
      <dgm:prSet/>
      <dgm:spPr/>
      <dgm:t>
        <a:bodyPr/>
        <a:lstStyle/>
        <a:p>
          <a:endParaRPr lang="en-US"/>
        </a:p>
      </dgm:t>
    </dgm:pt>
    <dgm:pt modelId="{3CD1912F-0A83-446A-BE87-C63D94B58C74}" type="sibTrans" cxnId="{7636BC32-72B3-4722-A8AA-EAF88FF7F06B}">
      <dgm:prSet/>
      <dgm:spPr/>
      <dgm:t>
        <a:bodyPr/>
        <a:lstStyle/>
        <a:p>
          <a:endParaRPr lang="en-US"/>
        </a:p>
      </dgm:t>
    </dgm:pt>
    <dgm:pt modelId="{5F25014B-ED14-4DCD-86DF-17AB20BF1327}">
      <dgm:prSet/>
      <dgm:spPr/>
      <dgm:t>
        <a:bodyPr/>
        <a:lstStyle/>
        <a:p>
          <a:r>
            <a:rPr lang="en-US"/>
            <a:t>Conferences and event dates</a:t>
          </a:r>
        </a:p>
      </dgm:t>
    </dgm:pt>
    <dgm:pt modelId="{D84FEE75-3FBA-4999-8D35-0A33A971A7EF}" type="parTrans" cxnId="{FD2E2D46-71E8-41D8-8105-00E516BD7CE8}">
      <dgm:prSet/>
      <dgm:spPr/>
      <dgm:t>
        <a:bodyPr/>
        <a:lstStyle/>
        <a:p>
          <a:endParaRPr lang="en-US"/>
        </a:p>
      </dgm:t>
    </dgm:pt>
    <dgm:pt modelId="{EA2B7C13-1C34-4FD2-86C4-01D8ABBD4AFC}" type="sibTrans" cxnId="{FD2E2D46-71E8-41D8-8105-00E516BD7CE8}">
      <dgm:prSet/>
      <dgm:spPr/>
      <dgm:t>
        <a:bodyPr/>
        <a:lstStyle/>
        <a:p>
          <a:endParaRPr lang="en-US"/>
        </a:p>
      </dgm:t>
    </dgm:pt>
    <dgm:pt modelId="{25C9C5E0-762D-4AE8-84FB-B4FB5721C105}">
      <dgm:prSet/>
      <dgm:spPr/>
      <dgm:t>
        <a:bodyPr/>
        <a:lstStyle/>
        <a:p>
          <a:r>
            <a:rPr lang="en-US"/>
            <a:t>Multiple sessions under each conference</a:t>
          </a:r>
        </a:p>
      </dgm:t>
    </dgm:pt>
    <dgm:pt modelId="{C6F14716-D1EA-47ED-85E5-035F31830DFE}" type="parTrans" cxnId="{202536A6-5DCB-4DC9-A848-E542A973FF1A}">
      <dgm:prSet/>
      <dgm:spPr/>
      <dgm:t>
        <a:bodyPr/>
        <a:lstStyle/>
        <a:p>
          <a:endParaRPr lang="en-US"/>
        </a:p>
      </dgm:t>
    </dgm:pt>
    <dgm:pt modelId="{08B2BB36-EB55-4507-AC16-9B40FD9C68B8}" type="sibTrans" cxnId="{202536A6-5DCB-4DC9-A848-E542A973FF1A}">
      <dgm:prSet/>
      <dgm:spPr/>
      <dgm:t>
        <a:bodyPr/>
        <a:lstStyle/>
        <a:p>
          <a:endParaRPr lang="en-US"/>
        </a:p>
      </dgm:t>
    </dgm:pt>
    <dgm:pt modelId="{A0CFB2EB-9045-4A8F-B1B4-05C3396A50A2}">
      <dgm:prSet/>
      <dgm:spPr/>
      <dgm:t>
        <a:bodyPr/>
        <a:lstStyle/>
        <a:p>
          <a:r>
            <a:rPr lang="en-US"/>
            <a:t>Several rooms with defined capacities</a:t>
          </a:r>
        </a:p>
      </dgm:t>
    </dgm:pt>
    <dgm:pt modelId="{26F55EBC-9CD9-445A-BC35-5375893969A7}" type="parTrans" cxnId="{993F754A-7B2A-40CB-ABAA-A783AA29A657}">
      <dgm:prSet/>
      <dgm:spPr/>
      <dgm:t>
        <a:bodyPr/>
        <a:lstStyle/>
        <a:p>
          <a:endParaRPr lang="en-US"/>
        </a:p>
      </dgm:t>
    </dgm:pt>
    <dgm:pt modelId="{8B059589-B898-4F95-9CA3-66D165784A70}" type="sibTrans" cxnId="{993F754A-7B2A-40CB-ABAA-A783AA29A657}">
      <dgm:prSet/>
      <dgm:spPr/>
      <dgm:t>
        <a:bodyPr/>
        <a:lstStyle/>
        <a:p>
          <a:endParaRPr lang="en-US"/>
        </a:p>
      </dgm:t>
    </dgm:pt>
    <dgm:pt modelId="{4543BACC-6C78-427B-9016-C1E8FB0CEA90}">
      <dgm:prSet/>
      <dgm:spPr/>
      <dgm:t>
        <a:bodyPr/>
        <a:lstStyle/>
        <a:p>
          <a:r>
            <a:rPr lang="en-US"/>
            <a:t>Independent room scheduling slots</a:t>
          </a:r>
        </a:p>
      </dgm:t>
    </dgm:pt>
    <dgm:pt modelId="{5B124E9D-E5F9-4941-BB77-0EA360E92594}" type="parTrans" cxnId="{1F7190A7-3CB2-449A-B233-96D1753785AA}">
      <dgm:prSet/>
      <dgm:spPr/>
      <dgm:t>
        <a:bodyPr/>
        <a:lstStyle/>
        <a:p>
          <a:endParaRPr lang="en-US"/>
        </a:p>
      </dgm:t>
    </dgm:pt>
    <dgm:pt modelId="{4F76FBBD-9EC5-4E0B-A31D-7BE9C93B2248}" type="sibTrans" cxnId="{1F7190A7-3CB2-449A-B233-96D1753785AA}">
      <dgm:prSet/>
      <dgm:spPr/>
      <dgm:t>
        <a:bodyPr/>
        <a:lstStyle/>
        <a:p>
          <a:endParaRPr lang="en-US"/>
        </a:p>
      </dgm:t>
    </dgm:pt>
    <dgm:pt modelId="{F6A50722-9371-4728-B511-101E515B7EFA}">
      <dgm:prSet/>
      <dgm:spPr/>
      <dgm:t>
        <a:bodyPr/>
        <a:lstStyle/>
        <a:p>
          <a:r>
            <a:rPr lang="en-US"/>
            <a:t>Speaker profiles and assignments</a:t>
          </a:r>
        </a:p>
      </dgm:t>
    </dgm:pt>
    <dgm:pt modelId="{B96E62E1-82FA-47ED-89B5-F2BCA2FC36A9}" type="parTrans" cxnId="{8602A48A-9C69-49A3-BFFD-99C7C177B925}">
      <dgm:prSet/>
      <dgm:spPr/>
      <dgm:t>
        <a:bodyPr/>
        <a:lstStyle/>
        <a:p>
          <a:endParaRPr lang="en-US"/>
        </a:p>
      </dgm:t>
    </dgm:pt>
    <dgm:pt modelId="{5C144862-A282-4A0E-BA57-95A4CE11DA14}" type="sibTrans" cxnId="{8602A48A-9C69-49A3-BFFD-99C7C177B925}">
      <dgm:prSet/>
      <dgm:spPr/>
      <dgm:t>
        <a:bodyPr/>
        <a:lstStyle/>
        <a:p>
          <a:endParaRPr lang="en-US"/>
        </a:p>
      </dgm:t>
    </dgm:pt>
    <dgm:pt modelId="{ED27BA0F-6E07-452F-A85A-EBD9A38388FA}">
      <dgm:prSet/>
      <dgm:spPr/>
      <dgm:t>
        <a:bodyPr/>
        <a:lstStyle/>
        <a:p>
          <a:r>
            <a:rPr lang="en-US"/>
            <a:t>Session scheduling assignments</a:t>
          </a:r>
        </a:p>
      </dgm:t>
    </dgm:pt>
    <dgm:pt modelId="{D7568661-392E-47FA-9945-CD81975146F5}" type="parTrans" cxnId="{F3CF95A0-A6A9-425E-9150-9F68EE792F38}">
      <dgm:prSet/>
      <dgm:spPr/>
      <dgm:t>
        <a:bodyPr/>
        <a:lstStyle/>
        <a:p>
          <a:endParaRPr lang="en-US"/>
        </a:p>
      </dgm:t>
    </dgm:pt>
    <dgm:pt modelId="{F8BC31C7-B1C6-4DB1-B687-959E12F92B24}" type="sibTrans" cxnId="{F3CF95A0-A6A9-425E-9150-9F68EE792F38}">
      <dgm:prSet/>
      <dgm:spPr/>
      <dgm:t>
        <a:bodyPr/>
        <a:lstStyle/>
        <a:p>
          <a:endParaRPr lang="en-US"/>
        </a:p>
      </dgm:t>
    </dgm:pt>
    <dgm:pt modelId="{B073731E-DC32-4A93-AD1E-EFC673646B69}">
      <dgm:prSet/>
      <dgm:spPr/>
      <dgm:t>
        <a:bodyPr/>
        <a:lstStyle/>
        <a:p>
          <a:r>
            <a:rPr lang="en-US"/>
            <a:t>System-generated log entries</a:t>
          </a:r>
        </a:p>
      </dgm:t>
    </dgm:pt>
    <dgm:pt modelId="{EEA4A983-A2A4-4ED4-9910-82DEB85C2EF1}" type="parTrans" cxnId="{18F11318-AB10-4BA9-B735-837A36E193C4}">
      <dgm:prSet/>
      <dgm:spPr/>
      <dgm:t>
        <a:bodyPr/>
        <a:lstStyle/>
        <a:p>
          <a:endParaRPr lang="en-US"/>
        </a:p>
      </dgm:t>
    </dgm:pt>
    <dgm:pt modelId="{006D5BDA-DA42-4F1A-BA6D-AC367C42A06D}" type="sibTrans" cxnId="{18F11318-AB10-4BA9-B735-837A36E193C4}">
      <dgm:prSet/>
      <dgm:spPr/>
      <dgm:t>
        <a:bodyPr/>
        <a:lstStyle/>
        <a:p>
          <a:endParaRPr lang="en-US"/>
        </a:p>
      </dgm:t>
    </dgm:pt>
    <dgm:pt modelId="{A3902AA9-7576-429F-9136-965E26809E0D}">
      <dgm:prSet/>
      <dgm:spPr/>
      <dgm:t>
        <a:bodyPr/>
        <a:lstStyle/>
        <a:p>
          <a:r>
            <a:rPr lang="en-US"/>
            <a:t>This dataset enables meaningful testing and realistic demonstration of application functionality.</a:t>
          </a:r>
        </a:p>
      </dgm:t>
    </dgm:pt>
    <dgm:pt modelId="{372FAC06-1834-47F3-9321-16597474DC9C}" type="parTrans" cxnId="{DC05C6DF-CFCF-4643-8175-7DDC6E1B4652}">
      <dgm:prSet/>
      <dgm:spPr/>
      <dgm:t>
        <a:bodyPr/>
        <a:lstStyle/>
        <a:p>
          <a:endParaRPr lang="en-US"/>
        </a:p>
      </dgm:t>
    </dgm:pt>
    <dgm:pt modelId="{405FBE9E-6D4C-470F-8EFB-E577B8265507}" type="sibTrans" cxnId="{DC05C6DF-CFCF-4643-8175-7DDC6E1B4652}">
      <dgm:prSet/>
      <dgm:spPr/>
      <dgm:t>
        <a:bodyPr/>
        <a:lstStyle/>
        <a:p>
          <a:endParaRPr lang="en-US"/>
        </a:p>
      </dgm:t>
    </dgm:pt>
    <dgm:pt modelId="{8264C289-C3C7-400B-AABB-EE43599B22AA}" type="pres">
      <dgm:prSet presAssocID="{36131BF3-2493-4A43-BC38-F7B963BEADCB}" presName="diagram" presStyleCnt="0">
        <dgm:presLayoutVars>
          <dgm:dir/>
          <dgm:resizeHandles val="exact"/>
        </dgm:presLayoutVars>
      </dgm:prSet>
      <dgm:spPr/>
    </dgm:pt>
    <dgm:pt modelId="{E447EF3F-37F8-4604-9225-FCF511FC779E}" type="pres">
      <dgm:prSet presAssocID="{0EDC15EB-24DC-495F-99CA-A23AA0FBE058}" presName="node" presStyleLbl="node1" presStyleIdx="0" presStyleCnt="9">
        <dgm:presLayoutVars>
          <dgm:bulletEnabled val="1"/>
        </dgm:presLayoutVars>
      </dgm:prSet>
      <dgm:spPr/>
    </dgm:pt>
    <dgm:pt modelId="{7BDFDD31-4CCE-4F33-8D05-5D56CCE3E15B}" type="pres">
      <dgm:prSet presAssocID="{3CD1912F-0A83-446A-BE87-C63D94B58C74}" presName="sibTrans" presStyleCnt="0"/>
      <dgm:spPr/>
    </dgm:pt>
    <dgm:pt modelId="{B2D8E7D5-7AB9-45E7-97B9-8A2263EB7921}" type="pres">
      <dgm:prSet presAssocID="{5F25014B-ED14-4DCD-86DF-17AB20BF1327}" presName="node" presStyleLbl="node1" presStyleIdx="1" presStyleCnt="9">
        <dgm:presLayoutVars>
          <dgm:bulletEnabled val="1"/>
        </dgm:presLayoutVars>
      </dgm:prSet>
      <dgm:spPr/>
    </dgm:pt>
    <dgm:pt modelId="{8B8E1020-E0BD-4AAD-A00D-5A3F5B814307}" type="pres">
      <dgm:prSet presAssocID="{EA2B7C13-1C34-4FD2-86C4-01D8ABBD4AFC}" presName="sibTrans" presStyleCnt="0"/>
      <dgm:spPr/>
    </dgm:pt>
    <dgm:pt modelId="{ACF63139-9401-481C-9B9E-841E7D7D9048}" type="pres">
      <dgm:prSet presAssocID="{25C9C5E0-762D-4AE8-84FB-B4FB5721C105}" presName="node" presStyleLbl="node1" presStyleIdx="2" presStyleCnt="9">
        <dgm:presLayoutVars>
          <dgm:bulletEnabled val="1"/>
        </dgm:presLayoutVars>
      </dgm:prSet>
      <dgm:spPr/>
    </dgm:pt>
    <dgm:pt modelId="{23B33DD2-BB3B-441A-8DD1-4FC7D09D7FBF}" type="pres">
      <dgm:prSet presAssocID="{08B2BB36-EB55-4507-AC16-9B40FD9C68B8}" presName="sibTrans" presStyleCnt="0"/>
      <dgm:spPr/>
    </dgm:pt>
    <dgm:pt modelId="{FD01B186-F261-4201-8F07-4B0D661B8F5D}" type="pres">
      <dgm:prSet presAssocID="{A0CFB2EB-9045-4A8F-B1B4-05C3396A50A2}" presName="node" presStyleLbl="node1" presStyleIdx="3" presStyleCnt="9">
        <dgm:presLayoutVars>
          <dgm:bulletEnabled val="1"/>
        </dgm:presLayoutVars>
      </dgm:prSet>
      <dgm:spPr/>
    </dgm:pt>
    <dgm:pt modelId="{A8EA6E53-28C7-4D8F-9076-8C9080DDF1F2}" type="pres">
      <dgm:prSet presAssocID="{8B059589-B898-4F95-9CA3-66D165784A70}" presName="sibTrans" presStyleCnt="0"/>
      <dgm:spPr/>
    </dgm:pt>
    <dgm:pt modelId="{CA66E42F-BC98-41D2-93C7-A7B264EBB7FF}" type="pres">
      <dgm:prSet presAssocID="{4543BACC-6C78-427B-9016-C1E8FB0CEA90}" presName="node" presStyleLbl="node1" presStyleIdx="4" presStyleCnt="9">
        <dgm:presLayoutVars>
          <dgm:bulletEnabled val="1"/>
        </dgm:presLayoutVars>
      </dgm:prSet>
      <dgm:spPr/>
    </dgm:pt>
    <dgm:pt modelId="{FA1EE385-E22B-4125-88AD-529F9D9370A1}" type="pres">
      <dgm:prSet presAssocID="{4F76FBBD-9EC5-4E0B-A31D-7BE9C93B2248}" presName="sibTrans" presStyleCnt="0"/>
      <dgm:spPr/>
    </dgm:pt>
    <dgm:pt modelId="{96730B7E-E6B2-4DA9-BAFF-72AAE73A0DDB}" type="pres">
      <dgm:prSet presAssocID="{F6A50722-9371-4728-B511-101E515B7EFA}" presName="node" presStyleLbl="node1" presStyleIdx="5" presStyleCnt="9">
        <dgm:presLayoutVars>
          <dgm:bulletEnabled val="1"/>
        </dgm:presLayoutVars>
      </dgm:prSet>
      <dgm:spPr/>
    </dgm:pt>
    <dgm:pt modelId="{1FFC5082-DC20-4321-8111-68A5C27028C3}" type="pres">
      <dgm:prSet presAssocID="{5C144862-A282-4A0E-BA57-95A4CE11DA14}" presName="sibTrans" presStyleCnt="0"/>
      <dgm:spPr/>
    </dgm:pt>
    <dgm:pt modelId="{28E92ABF-74D4-4331-A716-1506910C4AF3}" type="pres">
      <dgm:prSet presAssocID="{ED27BA0F-6E07-452F-A85A-EBD9A38388FA}" presName="node" presStyleLbl="node1" presStyleIdx="6" presStyleCnt="9">
        <dgm:presLayoutVars>
          <dgm:bulletEnabled val="1"/>
        </dgm:presLayoutVars>
      </dgm:prSet>
      <dgm:spPr/>
    </dgm:pt>
    <dgm:pt modelId="{75B818EF-B10A-4D05-A847-F458BA536DBA}" type="pres">
      <dgm:prSet presAssocID="{F8BC31C7-B1C6-4DB1-B687-959E12F92B24}" presName="sibTrans" presStyleCnt="0"/>
      <dgm:spPr/>
    </dgm:pt>
    <dgm:pt modelId="{ED1177AF-E8D9-4F70-AC9E-8FA0C746E0C0}" type="pres">
      <dgm:prSet presAssocID="{B073731E-DC32-4A93-AD1E-EFC673646B69}" presName="node" presStyleLbl="node1" presStyleIdx="7" presStyleCnt="9">
        <dgm:presLayoutVars>
          <dgm:bulletEnabled val="1"/>
        </dgm:presLayoutVars>
      </dgm:prSet>
      <dgm:spPr/>
    </dgm:pt>
    <dgm:pt modelId="{E6EBFC21-E2EF-4010-893E-939C7C0E1AEA}" type="pres">
      <dgm:prSet presAssocID="{006D5BDA-DA42-4F1A-BA6D-AC367C42A06D}" presName="sibTrans" presStyleCnt="0"/>
      <dgm:spPr/>
    </dgm:pt>
    <dgm:pt modelId="{5FB9BE61-45A3-4BD1-9D0E-4363F64336EB}" type="pres">
      <dgm:prSet presAssocID="{A3902AA9-7576-429F-9136-965E26809E0D}" presName="node" presStyleLbl="node1" presStyleIdx="8" presStyleCnt="9">
        <dgm:presLayoutVars>
          <dgm:bulletEnabled val="1"/>
        </dgm:presLayoutVars>
      </dgm:prSet>
      <dgm:spPr/>
    </dgm:pt>
  </dgm:ptLst>
  <dgm:cxnLst>
    <dgm:cxn modelId="{E9563A05-F80D-48C1-B11E-FC5C04B4508C}" type="presOf" srcId="{F6A50722-9371-4728-B511-101E515B7EFA}" destId="{96730B7E-E6B2-4DA9-BAFF-72AAE73A0DDB}" srcOrd="0" destOrd="0" presId="urn:microsoft.com/office/officeart/2005/8/layout/default"/>
    <dgm:cxn modelId="{E53D0B10-12D9-4A52-9843-564EBA695C76}" type="presOf" srcId="{ED27BA0F-6E07-452F-A85A-EBD9A38388FA}" destId="{28E92ABF-74D4-4331-A716-1506910C4AF3}" srcOrd="0" destOrd="0" presId="urn:microsoft.com/office/officeart/2005/8/layout/default"/>
    <dgm:cxn modelId="{E1561C16-EF11-4069-99EB-C7CAB5F0F2EA}" type="presOf" srcId="{A0CFB2EB-9045-4A8F-B1B4-05C3396A50A2}" destId="{FD01B186-F261-4201-8F07-4B0D661B8F5D}" srcOrd="0" destOrd="0" presId="urn:microsoft.com/office/officeart/2005/8/layout/default"/>
    <dgm:cxn modelId="{18F11318-AB10-4BA9-B735-837A36E193C4}" srcId="{36131BF3-2493-4A43-BC38-F7B963BEADCB}" destId="{B073731E-DC32-4A93-AD1E-EFC673646B69}" srcOrd="7" destOrd="0" parTransId="{EEA4A983-A2A4-4ED4-9910-82DEB85C2EF1}" sibTransId="{006D5BDA-DA42-4F1A-BA6D-AC367C42A06D}"/>
    <dgm:cxn modelId="{7636BC32-72B3-4722-A8AA-EAF88FF7F06B}" srcId="{36131BF3-2493-4A43-BC38-F7B963BEADCB}" destId="{0EDC15EB-24DC-495F-99CA-A23AA0FBE058}" srcOrd="0" destOrd="0" parTransId="{4BDBAA54-3566-4188-8AF4-EB7A6CACCC92}" sibTransId="{3CD1912F-0A83-446A-BE87-C63D94B58C74}"/>
    <dgm:cxn modelId="{FD2E2D46-71E8-41D8-8105-00E516BD7CE8}" srcId="{36131BF3-2493-4A43-BC38-F7B963BEADCB}" destId="{5F25014B-ED14-4DCD-86DF-17AB20BF1327}" srcOrd="1" destOrd="0" parTransId="{D84FEE75-3FBA-4999-8D35-0A33A971A7EF}" sibTransId="{EA2B7C13-1C34-4FD2-86C4-01D8ABBD4AFC}"/>
    <dgm:cxn modelId="{993F754A-7B2A-40CB-ABAA-A783AA29A657}" srcId="{36131BF3-2493-4A43-BC38-F7B963BEADCB}" destId="{A0CFB2EB-9045-4A8F-B1B4-05C3396A50A2}" srcOrd="3" destOrd="0" parTransId="{26F55EBC-9CD9-445A-BC35-5375893969A7}" sibTransId="{8B059589-B898-4F95-9CA3-66D165784A70}"/>
    <dgm:cxn modelId="{79D9934E-DD32-44B7-9EB1-2DC98261D4EE}" type="presOf" srcId="{B073731E-DC32-4A93-AD1E-EFC673646B69}" destId="{ED1177AF-E8D9-4F70-AC9E-8FA0C746E0C0}" srcOrd="0" destOrd="0" presId="urn:microsoft.com/office/officeart/2005/8/layout/default"/>
    <dgm:cxn modelId="{8602A48A-9C69-49A3-BFFD-99C7C177B925}" srcId="{36131BF3-2493-4A43-BC38-F7B963BEADCB}" destId="{F6A50722-9371-4728-B511-101E515B7EFA}" srcOrd="5" destOrd="0" parTransId="{B96E62E1-82FA-47ED-89B5-F2BCA2FC36A9}" sibTransId="{5C144862-A282-4A0E-BA57-95A4CE11DA14}"/>
    <dgm:cxn modelId="{FAAF808E-4BBF-4D83-93D6-1D501E141E07}" type="presOf" srcId="{36131BF3-2493-4A43-BC38-F7B963BEADCB}" destId="{8264C289-C3C7-400B-AABB-EE43599B22AA}" srcOrd="0" destOrd="0" presId="urn:microsoft.com/office/officeart/2005/8/layout/default"/>
    <dgm:cxn modelId="{59960693-3BAC-4963-B482-982C3782C4B8}" type="presOf" srcId="{0EDC15EB-24DC-495F-99CA-A23AA0FBE058}" destId="{E447EF3F-37F8-4604-9225-FCF511FC779E}" srcOrd="0" destOrd="0" presId="urn:microsoft.com/office/officeart/2005/8/layout/default"/>
    <dgm:cxn modelId="{F3CF95A0-A6A9-425E-9150-9F68EE792F38}" srcId="{36131BF3-2493-4A43-BC38-F7B963BEADCB}" destId="{ED27BA0F-6E07-452F-A85A-EBD9A38388FA}" srcOrd="6" destOrd="0" parTransId="{D7568661-392E-47FA-9945-CD81975146F5}" sibTransId="{F8BC31C7-B1C6-4DB1-B687-959E12F92B24}"/>
    <dgm:cxn modelId="{4267BFA4-F58C-410E-8783-C58387EAD6EF}" type="presOf" srcId="{A3902AA9-7576-429F-9136-965E26809E0D}" destId="{5FB9BE61-45A3-4BD1-9D0E-4363F64336EB}" srcOrd="0" destOrd="0" presId="urn:microsoft.com/office/officeart/2005/8/layout/default"/>
    <dgm:cxn modelId="{202536A6-5DCB-4DC9-A848-E542A973FF1A}" srcId="{36131BF3-2493-4A43-BC38-F7B963BEADCB}" destId="{25C9C5E0-762D-4AE8-84FB-B4FB5721C105}" srcOrd="2" destOrd="0" parTransId="{C6F14716-D1EA-47ED-85E5-035F31830DFE}" sibTransId="{08B2BB36-EB55-4507-AC16-9B40FD9C68B8}"/>
    <dgm:cxn modelId="{1F7190A7-3CB2-449A-B233-96D1753785AA}" srcId="{36131BF3-2493-4A43-BC38-F7B963BEADCB}" destId="{4543BACC-6C78-427B-9016-C1E8FB0CEA90}" srcOrd="4" destOrd="0" parTransId="{5B124E9D-E5F9-4941-BB77-0EA360E92594}" sibTransId="{4F76FBBD-9EC5-4E0B-A31D-7BE9C93B2248}"/>
    <dgm:cxn modelId="{B255BCB4-AA3B-4D13-B1E4-73C32E34E4EE}" type="presOf" srcId="{5F25014B-ED14-4DCD-86DF-17AB20BF1327}" destId="{B2D8E7D5-7AB9-45E7-97B9-8A2263EB7921}" srcOrd="0" destOrd="0" presId="urn:microsoft.com/office/officeart/2005/8/layout/default"/>
    <dgm:cxn modelId="{E713F8CA-FF5C-4805-9D52-6CA39FB4BDF4}" type="presOf" srcId="{4543BACC-6C78-427B-9016-C1E8FB0CEA90}" destId="{CA66E42F-BC98-41D2-93C7-A7B264EBB7FF}" srcOrd="0" destOrd="0" presId="urn:microsoft.com/office/officeart/2005/8/layout/default"/>
    <dgm:cxn modelId="{DC05C6DF-CFCF-4643-8175-7DDC6E1B4652}" srcId="{36131BF3-2493-4A43-BC38-F7B963BEADCB}" destId="{A3902AA9-7576-429F-9136-965E26809E0D}" srcOrd="8" destOrd="0" parTransId="{372FAC06-1834-47F3-9321-16597474DC9C}" sibTransId="{405FBE9E-6D4C-470F-8EFB-E577B8265507}"/>
    <dgm:cxn modelId="{DD7F93F8-2475-47E6-8045-8D4CB4069867}" type="presOf" srcId="{25C9C5E0-762D-4AE8-84FB-B4FB5721C105}" destId="{ACF63139-9401-481C-9B9E-841E7D7D9048}" srcOrd="0" destOrd="0" presId="urn:microsoft.com/office/officeart/2005/8/layout/default"/>
    <dgm:cxn modelId="{4579F2B2-702C-404F-9E24-0E74F3AD3A82}" type="presParOf" srcId="{8264C289-C3C7-400B-AABB-EE43599B22AA}" destId="{E447EF3F-37F8-4604-9225-FCF511FC779E}" srcOrd="0" destOrd="0" presId="urn:microsoft.com/office/officeart/2005/8/layout/default"/>
    <dgm:cxn modelId="{2440F1F0-FDC0-4FF6-BAC6-8927A4A2940A}" type="presParOf" srcId="{8264C289-C3C7-400B-AABB-EE43599B22AA}" destId="{7BDFDD31-4CCE-4F33-8D05-5D56CCE3E15B}" srcOrd="1" destOrd="0" presId="urn:microsoft.com/office/officeart/2005/8/layout/default"/>
    <dgm:cxn modelId="{EF8C80BC-AE57-4CD9-8B42-EAF007922A7D}" type="presParOf" srcId="{8264C289-C3C7-400B-AABB-EE43599B22AA}" destId="{B2D8E7D5-7AB9-45E7-97B9-8A2263EB7921}" srcOrd="2" destOrd="0" presId="urn:microsoft.com/office/officeart/2005/8/layout/default"/>
    <dgm:cxn modelId="{190BFD5F-AE82-499B-B108-259A962E3909}" type="presParOf" srcId="{8264C289-C3C7-400B-AABB-EE43599B22AA}" destId="{8B8E1020-E0BD-4AAD-A00D-5A3F5B814307}" srcOrd="3" destOrd="0" presId="urn:microsoft.com/office/officeart/2005/8/layout/default"/>
    <dgm:cxn modelId="{4BD51ED9-3324-4F5F-AAC6-189194E11112}" type="presParOf" srcId="{8264C289-C3C7-400B-AABB-EE43599B22AA}" destId="{ACF63139-9401-481C-9B9E-841E7D7D9048}" srcOrd="4" destOrd="0" presId="urn:microsoft.com/office/officeart/2005/8/layout/default"/>
    <dgm:cxn modelId="{7DE043CD-571E-4ED3-9B9C-B2F213BA8F7A}" type="presParOf" srcId="{8264C289-C3C7-400B-AABB-EE43599B22AA}" destId="{23B33DD2-BB3B-441A-8DD1-4FC7D09D7FBF}" srcOrd="5" destOrd="0" presId="urn:microsoft.com/office/officeart/2005/8/layout/default"/>
    <dgm:cxn modelId="{1C24FFF9-2423-483E-A699-E778BDE7AE4C}" type="presParOf" srcId="{8264C289-C3C7-400B-AABB-EE43599B22AA}" destId="{FD01B186-F261-4201-8F07-4B0D661B8F5D}" srcOrd="6" destOrd="0" presId="urn:microsoft.com/office/officeart/2005/8/layout/default"/>
    <dgm:cxn modelId="{900775C1-1D1B-4F7C-B8B1-05D39F568A20}" type="presParOf" srcId="{8264C289-C3C7-400B-AABB-EE43599B22AA}" destId="{A8EA6E53-28C7-4D8F-9076-8C9080DDF1F2}" srcOrd="7" destOrd="0" presId="urn:microsoft.com/office/officeart/2005/8/layout/default"/>
    <dgm:cxn modelId="{52841CB1-3D96-4DB4-860E-7182F24DC313}" type="presParOf" srcId="{8264C289-C3C7-400B-AABB-EE43599B22AA}" destId="{CA66E42F-BC98-41D2-93C7-A7B264EBB7FF}" srcOrd="8" destOrd="0" presId="urn:microsoft.com/office/officeart/2005/8/layout/default"/>
    <dgm:cxn modelId="{F9879D05-9D74-4E4E-B0A4-1E7D354DF75A}" type="presParOf" srcId="{8264C289-C3C7-400B-AABB-EE43599B22AA}" destId="{FA1EE385-E22B-4125-88AD-529F9D9370A1}" srcOrd="9" destOrd="0" presId="urn:microsoft.com/office/officeart/2005/8/layout/default"/>
    <dgm:cxn modelId="{8E52E43E-9101-4C53-B1FC-BB8E559EBE5E}" type="presParOf" srcId="{8264C289-C3C7-400B-AABB-EE43599B22AA}" destId="{96730B7E-E6B2-4DA9-BAFF-72AAE73A0DDB}" srcOrd="10" destOrd="0" presId="urn:microsoft.com/office/officeart/2005/8/layout/default"/>
    <dgm:cxn modelId="{D66326C2-2726-40D4-98B6-A2DFFC04BED5}" type="presParOf" srcId="{8264C289-C3C7-400B-AABB-EE43599B22AA}" destId="{1FFC5082-DC20-4321-8111-68A5C27028C3}" srcOrd="11" destOrd="0" presId="urn:microsoft.com/office/officeart/2005/8/layout/default"/>
    <dgm:cxn modelId="{F18642E5-7B95-4232-A462-E25C52B724CC}" type="presParOf" srcId="{8264C289-C3C7-400B-AABB-EE43599B22AA}" destId="{28E92ABF-74D4-4331-A716-1506910C4AF3}" srcOrd="12" destOrd="0" presId="urn:microsoft.com/office/officeart/2005/8/layout/default"/>
    <dgm:cxn modelId="{2FABACEC-FA73-4411-91F6-485851649A9A}" type="presParOf" srcId="{8264C289-C3C7-400B-AABB-EE43599B22AA}" destId="{75B818EF-B10A-4D05-A847-F458BA536DBA}" srcOrd="13" destOrd="0" presId="urn:microsoft.com/office/officeart/2005/8/layout/default"/>
    <dgm:cxn modelId="{31EABB6D-7F60-47DD-996D-A2E93A768678}" type="presParOf" srcId="{8264C289-C3C7-400B-AABB-EE43599B22AA}" destId="{ED1177AF-E8D9-4F70-AC9E-8FA0C746E0C0}" srcOrd="14" destOrd="0" presId="urn:microsoft.com/office/officeart/2005/8/layout/default"/>
    <dgm:cxn modelId="{24CEDBAF-7220-47A9-8758-A8AE20679625}" type="presParOf" srcId="{8264C289-C3C7-400B-AABB-EE43599B22AA}" destId="{E6EBFC21-E2EF-4010-893E-939C7C0E1AEA}" srcOrd="15" destOrd="0" presId="urn:microsoft.com/office/officeart/2005/8/layout/default"/>
    <dgm:cxn modelId="{357DF8B8-6E10-47D5-B44C-812CBB34ED87}" type="presParOf" srcId="{8264C289-C3C7-400B-AABB-EE43599B22AA}" destId="{5FB9BE61-45A3-4BD1-9D0E-4363F64336EB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EA37DCA-D5DD-4B02-8DFA-0B0D6F5A82EE}" type="doc">
      <dgm:prSet loTypeId="urn:microsoft.com/office/officeart/2005/8/layout/vProcess5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E077071-6A1E-4DD2-A96B-88BA88A77DC2}">
      <dgm:prSet/>
      <dgm:spPr/>
      <dgm:t>
        <a:bodyPr/>
        <a:lstStyle/>
        <a:p>
          <a:r>
            <a:rPr lang="en-US" b="1"/>
            <a:t>Data Modification:</a:t>
          </a:r>
          <a:endParaRPr lang="en-US"/>
        </a:p>
      </dgm:t>
    </dgm:pt>
    <dgm:pt modelId="{1666CD9A-E9E0-4F49-A8D5-368534F9E885}" type="parTrans" cxnId="{E0D55D09-4844-4906-9774-26D0BE9E5DE8}">
      <dgm:prSet/>
      <dgm:spPr/>
      <dgm:t>
        <a:bodyPr/>
        <a:lstStyle/>
        <a:p>
          <a:endParaRPr lang="en-US"/>
        </a:p>
      </dgm:t>
    </dgm:pt>
    <dgm:pt modelId="{0FD6DFEB-C26E-4310-94AA-6C9691555DB6}" type="sibTrans" cxnId="{E0D55D09-4844-4906-9774-26D0BE9E5DE8}">
      <dgm:prSet/>
      <dgm:spPr/>
      <dgm:t>
        <a:bodyPr/>
        <a:lstStyle/>
        <a:p>
          <a:endParaRPr lang="en-US"/>
        </a:p>
      </dgm:t>
    </dgm:pt>
    <dgm:pt modelId="{8DD6A72C-013F-490C-88E8-6B5C61A8B84C}">
      <dgm:prSet/>
      <dgm:spPr/>
      <dgm:t>
        <a:bodyPr/>
        <a:lstStyle/>
        <a:p>
          <a:r>
            <a:rPr lang="en-US"/>
            <a:t>Add new sessions</a:t>
          </a:r>
        </a:p>
      </dgm:t>
    </dgm:pt>
    <dgm:pt modelId="{76FBBE6D-2B7B-4677-9827-0A0416EFE71E}" type="parTrans" cxnId="{52F63FEB-B905-458A-B3D0-F5760382002C}">
      <dgm:prSet/>
      <dgm:spPr/>
      <dgm:t>
        <a:bodyPr/>
        <a:lstStyle/>
        <a:p>
          <a:endParaRPr lang="en-US"/>
        </a:p>
      </dgm:t>
    </dgm:pt>
    <dgm:pt modelId="{90CE7B14-1767-46FE-BC79-D835D1EA95C4}" type="sibTrans" cxnId="{52F63FEB-B905-458A-B3D0-F5760382002C}">
      <dgm:prSet/>
      <dgm:spPr/>
      <dgm:t>
        <a:bodyPr/>
        <a:lstStyle/>
        <a:p>
          <a:endParaRPr lang="en-US"/>
        </a:p>
      </dgm:t>
    </dgm:pt>
    <dgm:pt modelId="{57C1FA2F-D231-452F-B0AB-301EA0F29558}">
      <dgm:prSet/>
      <dgm:spPr/>
      <dgm:t>
        <a:bodyPr/>
        <a:lstStyle/>
        <a:p>
          <a:r>
            <a:rPr lang="en-US"/>
            <a:t>Assign speakers to sessions</a:t>
          </a:r>
        </a:p>
      </dgm:t>
    </dgm:pt>
    <dgm:pt modelId="{E92659A7-D5BD-49BC-8578-872EB2B661D5}" type="parTrans" cxnId="{124B9C05-C3FA-4D22-BABA-2A7446DF590D}">
      <dgm:prSet/>
      <dgm:spPr/>
      <dgm:t>
        <a:bodyPr/>
        <a:lstStyle/>
        <a:p>
          <a:endParaRPr lang="en-US"/>
        </a:p>
      </dgm:t>
    </dgm:pt>
    <dgm:pt modelId="{787F0326-872B-48A4-BE5C-EBEC7DB714CE}" type="sibTrans" cxnId="{124B9C05-C3FA-4D22-BABA-2A7446DF590D}">
      <dgm:prSet/>
      <dgm:spPr/>
      <dgm:t>
        <a:bodyPr/>
        <a:lstStyle/>
        <a:p>
          <a:endParaRPr lang="en-US"/>
        </a:p>
      </dgm:t>
    </dgm:pt>
    <dgm:pt modelId="{0DE9517E-D836-4771-A105-95B27A750F67}">
      <dgm:prSet/>
      <dgm:spPr/>
      <dgm:t>
        <a:bodyPr/>
        <a:lstStyle/>
        <a:p>
          <a:r>
            <a:rPr lang="en-US"/>
            <a:t>Assign sessions to room time slots</a:t>
          </a:r>
        </a:p>
      </dgm:t>
    </dgm:pt>
    <dgm:pt modelId="{EC2DD435-EEF9-47F3-B4C2-A868DAAF9209}" type="parTrans" cxnId="{C91F885F-B977-41D8-98BD-C4871ED2ED99}">
      <dgm:prSet/>
      <dgm:spPr/>
      <dgm:t>
        <a:bodyPr/>
        <a:lstStyle/>
        <a:p>
          <a:endParaRPr lang="en-US"/>
        </a:p>
      </dgm:t>
    </dgm:pt>
    <dgm:pt modelId="{376BB5B0-BEEF-4BCB-9ADF-42BCAF4E37B1}" type="sibTrans" cxnId="{C91F885F-B977-41D8-98BD-C4871ED2ED99}">
      <dgm:prSet/>
      <dgm:spPr/>
      <dgm:t>
        <a:bodyPr/>
        <a:lstStyle/>
        <a:p>
          <a:endParaRPr lang="en-US"/>
        </a:p>
      </dgm:t>
    </dgm:pt>
    <dgm:pt modelId="{FAC59799-BA50-4435-9698-F83B278F97C1}">
      <dgm:prSet/>
      <dgm:spPr/>
      <dgm:t>
        <a:bodyPr/>
        <a:lstStyle/>
        <a:p>
          <a:r>
            <a:rPr lang="en-US"/>
            <a:t>Update room schedule status (Available → Reserved → Completed)</a:t>
          </a:r>
        </a:p>
      </dgm:t>
    </dgm:pt>
    <dgm:pt modelId="{1A4DD2C6-C387-412A-98EA-4EC5E470ECA1}" type="parTrans" cxnId="{A2F6A54B-DF3A-40E3-B9A5-0740B9644D26}">
      <dgm:prSet/>
      <dgm:spPr/>
      <dgm:t>
        <a:bodyPr/>
        <a:lstStyle/>
        <a:p>
          <a:endParaRPr lang="en-US"/>
        </a:p>
      </dgm:t>
    </dgm:pt>
    <dgm:pt modelId="{39D9E236-D825-4478-B8C9-5150D274F619}" type="sibTrans" cxnId="{A2F6A54B-DF3A-40E3-B9A5-0740B9644D26}">
      <dgm:prSet/>
      <dgm:spPr/>
      <dgm:t>
        <a:bodyPr/>
        <a:lstStyle/>
        <a:p>
          <a:endParaRPr lang="en-US"/>
        </a:p>
      </dgm:t>
    </dgm:pt>
    <dgm:pt modelId="{A9268AC7-06E4-49B4-8A4D-F64C19778ACB}" type="pres">
      <dgm:prSet presAssocID="{DEA37DCA-D5DD-4B02-8DFA-0B0D6F5A82EE}" presName="outerComposite" presStyleCnt="0">
        <dgm:presLayoutVars>
          <dgm:chMax val="5"/>
          <dgm:dir/>
          <dgm:resizeHandles val="exact"/>
        </dgm:presLayoutVars>
      </dgm:prSet>
      <dgm:spPr/>
    </dgm:pt>
    <dgm:pt modelId="{8B73B6F3-68C8-4990-8AA2-49C62C774E5B}" type="pres">
      <dgm:prSet presAssocID="{DEA37DCA-D5DD-4B02-8DFA-0B0D6F5A82EE}" presName="dummyMaxCanvas" presStyleCnt="0">
        <dgm:presLayoutVars/>
      </dgm:prSet>
      <dgm:spPr/>
    </dgm:pt>
    <dgm:pt modelId="{F2D98C89-87FE-4698-AF6E-4DD097B99427}" type="pres">
      <dgm:prSet presAssocID="{DEA37DCA-D5DD-4B02-8DFA-0B0D6F5A82EE}" presName="FiveNodes_1" presStyleLbl="node1" presStyleIdx="0" presStyleCnt="5">
        <dgm:presLayoutVars>
          <dgm:bulletEnabled val="1"/>
        </dgm:presLayoutVars>
      </dgm:prSet>
      <dgm:spPr/>
    </dgm:pt>
    <dgm:pt modelId="{8BDD7773-17A0-4239-AFFA-A0954A4087C9}" type="pres">
      <dgm:prSet presAssocID="{DEA37DCA-D5DD-4B02-8DFA-0B0D6F5A82EE}" presName="FiveNodes_2" presStyleLbl="node1" presStyleIdx="1" presStyleCnt="5">
        <dgm:presLayoutVars>
          <dgm:bulletEnabled val="1"/>
        </dgm:presLayoutVars>
      </dgm:prSet>
      <dgm:spPr/>
    </dgm:pt>
    <dgm:pt modelId="{AF0A8837-6669-4498-8CE5-6271331E227E}" type="pres">
      <dgm:prSet presAssocID="{DEA37DCA-D5DD-4B02-8DFA-0B0D6F5A82EE}" presName="FiveNodes_3" presStyleLbl="node1" presStyleIdx="2" presStyleCnt="5">
        <dgm:presLayoutVars>
          <dgm:bulletEnabled val="1"/>
        </dgm:presLayoutVars>
      </dgm:prSet>
      <dgm:spPr/>
    </dgm:pt>
    <dgm:pt modelId="{752D6E13-93A3-4151-89C5-56222DE642FE}" type="pres">
      <dgm:prSet presAssocID="{DEA37DCA-D5DD-4B02-8DFA-0B0D6F5A82EE}" presName="FiveNodes_4" presStyleLbl="node1" presStyleIdx="3" presStyleCnt="5">
        <dgm:presLayoutVars>
          <dgm:bulletEnabled val="1"/>
        </dgm:presLayoutVars>
      </dgm:prSet>
      <dgm:spPr/>
    </dgm:pt>
    <dgm:pt modelId="{C720315E-CDA3-4125-8A31-81CB15101700}" type="pres">
      <dgm:prSet presAssocID="{DEA37DCA-D5DD-4B02-8DFA-0B0D6F5A82EE}" presName="FiveNodes_5" presStyleLbl="node1" presStyleIdx="4" presStyleCnt="5">
        <dgm:presLayoutVars>
          <dgm:bulletEnabled val="1"/>
        </dgm:presLayoutVars>
      </dgm:prSet>
      <dgm:spPr/>
    </dgm:pt>
    <dgm:pt modelId="{3990931C-41F6-4DF8-9D45-067FF6E1AA09}" type="pres">
      <dgm:prSet presAssocID="{DEA37DCA-D5DD-4B02-8DFA-0B0D6F5A82EE}" presName="FiveConn_1-2" presStyleLbl="fgAccFollowNode1" presStyleIdx="0" presStyleCnt="4">
        <dgm:presLayoutVars>
          <dgm:bulletEnabled val="1"/>
        </dgm:presLayoutVars>
      </dgm:prSet>
      <dgm:spPr/>
    </dgm:pt>
    <dgm:pt modelId="{E7210081-C5C0-413A-B9F1-15F40E77A8EA}" type="pres">
      <dgm:prSet presAssocID="{DEA37DCA-D5DD-4B02-8DFA-0B0D6F5A82EE}" presName="FiveConn_2-3" presStyleLbl="fgAccFollowNode1" presStyleIdx="1" presStyleCnt="4">
        <dgm:presLayoutVars>
          <dgm:bulletEnabled val="1"/>
        </dgm:presLayoutVars>
      </dgm:prSet>
      <dgm:spPr/>
    </dgm:pt>
    <dgm:pt modelId="{9A10EBEC-16A7-4C31-AF4E-168048061C2B}" type="pres">
      <dgm:prSet presAssocID="{DEA37DCA-D5DD-4B02-8DFA-0B0D6F5A82EE}" presName="FiveConn_3-4" presStyleLbl="fgAccFollowNode1" presStyleIdx="2" presStyleCnt="4">
        <dgm:presLayoutVars>
          <dgm:bulletEnabled val="1"/>
        </dgm:presLayoutVars>
      </dgm:prSet>
      <dgm:spPr/>
    </dgm:pt>
    <dgm:pt modelId="{A94D5383-ADE8-476E-9B90-CDD1AF5A6076}" type="pres">
      <dgm:prSet presAssocID="{DEA37DCA-D5DD-4B02-8DFA-0B0D6F5A82EE}" presName="FiveConn_4-5" presStyleLbl="fgAccFollowNode1" presStyleIdx="3" presStyleCnt="4">
        <dgm:presLayoutVars>
          <dgm:bulletEnabled val="1"/>
        </dgm:presLayoutVars>
      </dgm:prSet>
      <dgm:spPr/>
    </dgm:pt>
    <dgm:pt modelId="{9EAF3006-72FB-4236-B792-041015834610}" type="pres">
      <dgm:prSet presAssocID="{DEA37DCA-D5DD-4B02-8DFA-0B0D6F5A82EE}" presName="FiveNodes_1_text" presStyleLbl="node1" presStyleIdx="4" presStyleCnt="5">
        <dgm:presLayoutVars>
          <dgm:bulletEnabled val="1"/>
        </dgm:presLayoutVars>
      </dgm:prSet>
      <dgm:spPr/>
    </dgm:pt>
    <dgm:pt modelId="{454D1B9A-EB38-4228-BF9F-2B6FB1795D1E}" type="pres">
      <dgm:prSet presAssocID="{DEA37DCA-D5DD-4B02-8DFA-0B0D6F5A82EE}" presName="FiveNodes_2_text" presStyleLbl="node1" presStyleIdx="4" presStyleCnt="5">
        <dgm:presLayoutVars>
          <dgm:bulletEnabled val="1"/>
        </dgm:presLayoutVars>
      </dgm:prSet>
      <dgm:spPr/>
    </dgm:pt>
    <dgm:pt modelId="{CB39D9DD-A696-4A61-AA60-99A042E9A09E}" type="pres">
      <dgm:prSet presAssocID="{DEA37DCA-D5DD-4B02-8DFA-0B0D6F5A82EE}" presName="FiveNodes_3_text" presStyleLbl="node1" presStyleIdx="4" presStyleCnt="5">
        <dgm:presLayoutVars>
          <dgm:bulletEnabled val="1"/>
        </dgm:presLayoutVars>
      </dgm:prSet>
      <dgm:spPr/>
    </dgm:pt>
    <dgm:pt modelId="{3537B8D3-3917-480C-85D7-158ABF884E41}" type="pres">
      <dgm:prSet presAssocID="{DEA37DCA-D5DD-4B02-8DFA-0B0D6F5A82EE}" presName="FiveNodes_4_text" presStyleLbl="node1" presStyleIdx="4" presStyleCnt="5">
        <dgm:presLayoutVars>
          <dgm:bulletEnabled val="1"/>
        </dgm:presLayoutVars>
      </dgm:prSet>
      <dgm:spPr/>
    </dgm:pt>
    <dgm:pt modelId="{A6BBA7E7-AD65-4FA6-ADE4-5F2A4DC3784E}" type="pres">
      <dgm:prSet presAssocID="{DEA37DCA-D5DD-4B02-8DFA-0B0D6F5A82E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24B9C05-C3FA-4D22-BABA-2A7446DF590D}" srcId="{DEA37DCA-D5DD-4B02-8DFA-0B0D6F5A82EE}" destId="{57C1FA2F-D231-452F-B0AB-301EA0F29558}" srcOrd="2" destOrd="0" parTransId="{E92659A7-D5BD-49BC-8578-872EB2B661D5}" sibTransId="{787F0326-872B-48A4-BE5C-EBEC7DB714CE}"/>
    <dgm:cxn modelId="{E0D55D09-4844-4906-9774-26D0BE9E5DE8}" srcId="{DEA37DCA-D5DD-4B02-8DFA-0B0D6F5A82EE}" destId="{BE077071-6A1E-4DD2-A96B-88BA88A77DC2}" srcOrd="0" destOrd="0" parTransId="{1666CD9A-E9E0-4F49-A8D5-368534F9E885}" sibTransId="{0FD6DFEB-C26E-4310-94AA-6C9691555DB6}"/>
    <dgm:cxn modelId="{A7CBCB12-F2EF-4E6D-B96B-498D0D5823EC}" type="presOf" srcId="{787F0326-872B-48A4-BE5C-EBEC7DB714CE}" destId="{9A10EBEC-16A7-4C31-AF4E-168048061C2B}" srcOrd="0" destOrd="0" presId="urn:microsoft.com/office/officeart/2005/8/layout/vProcess5"/>
    <dgm:cxn modelId="{33153F18-FDF2-458F-803C-9B6B57F0D0F4}" type="presOf" srcId="{376BB5B0-BEEF-4BCB-9ADF-42BCAF4E37B1}" destId="{A94D5383-ADE8-476E-9B90-CDD1AF5A6076}" srcOrd="0" destOrd="0" presId="urn:microsoft.com/office/officeart/2005/8/layout/vProcess5"/>
    <dgm:cxn modelId="{C91F885F-B977-41D8-98BD-C4871ED2ED99}" srcId="{DEA37DCA-D5DD-4B02-8DFA-0B0D6F5A82EE}" destId="{0DE9517E-D836-4771-A105-95B27A750F67}" srcOrd="3" destOrd="0" parTransId="{EC2DD435-EEF9-47F3-B4C2-A868DAAF9209}" sibTransId="{376BB5B0-BEEF-4BCB-9ADF-42BCAF4E37B1}"/>
    <dgm:cxn modelId="{A2F6A54B-DF3A-40E3-B9A5-0740B9644D26}" srcId="{DEA37DCA-D5DD-4B02-8DFA-0B0D6F5A82EE}" destId="{FAC59799-BA50-4435-9698-F83B278F97C1}" srcOrd="4" destOrd="0" parTransId="{1A4DD2C6-C387-412A-98EA-4EC5E470ECA1}" sibTransId="{39D9E236-D825-4478-B8C9-5150D274F619}"/>
    <dgm:cxn modelId="{D905686C-DAC4-458B-BB47-109570CD729E}" type="presOf" srcId="{FAC59799-BA50-4435-9698-F83B278F97C1}" destId="{A6BBA7E7-AD65-4FA6-ADE4-5F2A4DC3784E}" srcOrd="1" destOrd="0" presId="urn:microsoft.com/office/officeart/2005/8/layout/vProcess5"/>
    <dgm:cxn modelId="{0300806D-CE34-4D16-B75B-9971AAA37D23}" type="presOf" srcId="{57C1FA2F-D231-452F-B0AB-301EA0F29558}" destId="{AF0A8837-6669-4498-8CE5-6271331E227E}" srcOrd="0" destOrd="0" presId="urn:microsoft.com/office/officeart/2005/8/layout/vProcess5"/>
    <dgm:cxn modelId="{19027353-2EC6-4A1B-8257-F47CDD61E27E}" type="presOf" srcId="{0DE9517E-D836-4771-A105-95B27A750F67}" destId="{752D6E13-93A3-4151-89C5-56222DE642FE}" srcOrd="0" destOrd="0" presId="urn:microsoft.com/office/officeart/2005/8/layout/vProcess5"/>
    <dgm:cxn modelId="{A3477985-C123-4D9E-A7D8-0D9EC419B9D2}" type="presOf" srcId="{BE077071-6A1E-4DD2-A96B-88BA88A77DC2}" destId="{9EAF3006-72FB-4236-B792-041015834610}" srcOrd="1" destOrd="0" presId="urn:microsoft.com/office/officeart/2005/8/layout/vProcess5"/>
    <dgm:cxn modelId="{25BC19B2-535D-4C4A-B455-AA9A10933745}" type="presOf" srcId="{BE077071-6A1E-4DD2-A96B-88BA88A77DC2}" destId="{F2D98C89-87FE-4698-AF6E-4DD097B99427}" srcOrd="0" destOrd="0" presId="urn:microsoft.com/office/officeart/2005/8/layout/vProcess5"/>
    <dgm:cxn modelId="{2FF716B7-4F1C-4E13-83EB-F411712E8787}" type="presOf" srcId="{8DD6A72C-013F-490C-88E8-6B5C61A8B84C}" destId="{8BDD7773-17A0-4239-AFFA-A0954A4087C9}" srcOrd="0" destOrd="0" presId="urn:microsoft.com/office/officeart/2005/8/layout/vProcess5"/>
    <dgm:cxn modelId="{56FCF7B8-783B-4985-9B75-53999672A9D4}" type="presOf" srcId="{DEA37DCA-D5DD-4B02-8DFA-0B0D6F5A82EE}" destId="{A9268AC7-06E4-49B4-8A4D-F64C19778ACB}" srcOrd="0" destOrd="0" presId="urn:microsoft.com/office/officeart/2005/8/layout/vProcess5"/>
    <dgm:cxn modelId="{6DEE16C1-25F8-4E4C-A018-38B6DFA9C5DD}" type="presOf" srcId="{0FD6DFEB-C26E-4310-94AA-6C9691555DB6}" destId="{3990931C-41F6-4DF8-9D45-067FF6E1AA09}" srcOrd="0" destOrd="0" presId="urn:microsoft.com/office/officeart/2005/8/layout/vProcess5"/>
    <dgm:cxn modelId="{B2C2C5D7-DF33-4843-9E12-5D917419D9CF}" type="presOf" srcId="{0DE9517E-D836-4771-A105-95B27A750F67}" destId="{3537B8D3-3917-480C-85D7-158ABF884E41}" srcOrd="1" destOrd="0" presId="urn:microsoft.com/office/officeart/2005/8/layout/vProcess5"/>
    <dgm:cxn modelId="{07E2A8DD-640A-4FF0-90C1-1F9CE6529C71}" type="presOf" srcId="{8DD6A72C-013F-490C-88E8-6B5C61A8B84C}" destId="{454D1B9A-EB38-4228-BF9F-2B6FB1795D1E}" srcOrd="1" destOrd="0" presId="urn:microsoft.com/office/officeart/2005/8/layout/vProcess5"/>
    <dgm:cxn modelId="{66D0C8E6-3499-4F0F-AE48-81587485C260}" type="presOf" srcId="{FAC59799-BA50-4435-9698-F83B278F97C1}" destId="{C720315E-CDA3-4125-8A31-81CB15101700}" srcOrd="0" destOrd="0" presId="urn:microsoft.com/office/officeart/2005/8/layout/vProcess5"/>
    <dgm:cxn modelId="{52F63FEB-B905-458A-B3D0-F5760382002C}" srcId="{DEA37DCA-D5DD-4B02-8DFA-0B0D6F5A82EE}" destId="{8DD6A72C-013F-490C-88E8-6B5C61A8B84C}" srcOrd="1" destOrd="0" parTransId="{76FBBE6D-2B7B-4677-9827-0A0416EFE71E}" sibTransId="{90CE7B14-1767-46FE-BC79-D835D1EA95C4}"/>
    <dgm:cxn modelId="{D27AFCEB-AC73-4D34-828C-4749024DBFEA}" type="presOf" srcId="{90CE7B14-1767-46FE-BC79-D835D1EA95C4}" destId="{E7210081-C5C0-413A-B9F1-15F40E77A8EA}" srcOrd="0" destOrd="0" presId="urn:microsoft.com/office/officeart/2005/8/layout/vProcess5"/>
    <dgm:cxn modelId="{30C68AED-E0E2-4A1B-AC9C-A82FEA26EB9A}" type="presOf" srcId="{57C1FA2F-D231-452F-B0AB-301EA0F29558}" destId="{CB39D9DD-A696-4A61-AA60-99A042E9A09E}" srcOrd="1" destOrd="0" presId="urn:microsoft.com/office/officeart/2005/8/layout/vProcess5"/>
    <dgm:cxn modelId="{D4669998-917F-43F5-9F3F-15EE083F8CA7}" type="presParOf" srcId="{A9268AC7-06E4-49B4-8A4D-F64C19778ACB}" destId="{8B73B6F3-68C8-4990-8AA2-49C62C774E5B}" srcOrd="0" destOrd="0" presId="urn:microsoft.com/office/officeart/2005/8/layout/vProcess5"/>
    <dgm:cxn modelId="{1D0770D7-3162-42F9-9B85-3DAB87E599EA}" type="presParOf" srcId="{A9268AC7-06E4-49B4-8A4D-F64C19778ACB}" destId="{F2D98C89-87FE-4698-AF6E-4DD097B99427}" srcOrd="1" destOrd="0" presId="urn:microsoft.com/office/officeart/2005/8/layout/vProcess5"/>
    <dgm:cxn modelId="{079052A1-E18D-4AAB-B019-4C07DDA92A5C}" type="presParOf" srcId="{A9268AC7-06E4-49B4-8A4D-F64C19778ACB}" destId="{8BDD7773-17A0-4239-AFFA-A0954A4087C9}" srcOrd="2" destOrd="0" presId="urn:microsoft.com/office/officeart/2005/8/layout/vProcess5"/>
    <dgm:cxn modelId="{2C5C952B-0215-4EE5-864A-F53132C65219}" type="presParOf" srcId="{A9268AC7-06E4-49B4-8A4D-F64C19778ACB}" destId="{AF0A8837-6669-4498-8CE5-6271331E227E}" srcOrd="3" destOrd="0" presId="urn:microsoft.com/office/officeart/2005/8/layout/vProcess5"/>
    <dgm:cxn modelId="{7A250F7D-6028-48EC-AE95-725FFCFE6D3E}" type="presParOf" srcId="{A9268AC7-06E4-49B4-8A4D-F64C19778ACB}" destId="{752D6E13-93A3-4151-89C5-56222DE642FE}" srcOrd="4" destOrd="0" presId="urn:microsoft.com/office/officeart/2005/8/layout/vProcess5"/>
    <dgm:cxn modelId="{028492A4-009E-4816-8E5B-4251057D1A7D}" type="presParOf" srcId="{A9268AC7-06E4-49B4-8A4D-F64C19778ACB}" destId="{C720315E-CDA3-4125-8A31-81CB15101700}" srcOrd="5" destOrd="0" presId="urn:microsoft.com/office/officeart/2005/8/layout/vProcess5"/>
    <dgm:cxn modelId="{CA491031-AE9B-4C58-B79E-C68C3CB0CCBE}" type="presParOf" srcId="{A9268AC7-06E4-49B4-8A4D-F64C19778ACB}" destId="{3990931C-41F6-4DF8-9D45-067FF6E1AA09}" srcOrd="6" destOrd="0" presId="urn:microsoft.com/office/officeart/2005/8/layout/vProcess5"/>
    <dgm:cxn modelId="{22F00F0A-867C-4585-986E-3CD038DC73E8}" type="presParOf" srcId="{A9268AC7-06E4-49B4-8A4D-F64C19778ACB}" destId="{E7210081-C5C0-413A-B9F1-15F40E77A8EA}" srcOrd="7" destOrd="0" presId="urn:microsoft.com/office/officeart/2005/8/layout/vProcess5"/>
    <dgm:cxn modelId="{04A6CD79-042B-4A98-92DC-0CDD61326ACA}" type="presParOf" srcId="{A9268AC7-06E4-49B4-8A4D-F64C19778ACB}" destId="{9A10EBEC-16A7-4C31-AF4E-168048061C2B}" srcOrd="8" destOrd="0" presId="urn:microsoft.com/office/officeart/2005/8/layout/vProcess5"/>
    <dgm:cxn modelId="{C32448DC-DA61-404C-A607-C3E5E850BA64}" type="presParOf" srcId="{A9268AC7-06E4-49B4-8A4D-F64C19778ACB}" destId="{A94D5383-ADE8-476E-9B90-CDD1AF5A6076}" srcOrd="9" destOrd="0" presId="urn:microsoft.com/office/officeart/2005/8/layout/vProcess5"/>
    <dgm:cxn modelId="{57D214C8-28D7-401C-8A8A-1C9EA6E2D415}" type="presParOf" srcId="{A9268AC7-06E4-49B4-8A4D-F64C19778ACB}" destId="{9EAF3006-72FB-4236-B792-041015834610}" srcOrd="10" destOrd="0" presId="urn:microsoft.com/office/officeart/2005/8/layout/vProcess5"/>
    <dgm:cxn modelId="{C458EBA7-0B53-44EC-B128-1B590A2C0B0B}" type="presParOf" srcId="{A9268AC7-06E4-49B4-8A4D-F64C19778ACB}" destId="{454D1B9A-EB38-4228-BF9F-2B6FB1795D1E}" srcOrd="11" destOrd="0" presId="urn:microsoft.com/office/officeart/2005/8/layout/vProcess5"/>
    <dgm:cxn modelId="{72B9249E-58F0-4431-8186-78A1023ABDBA}" type="presParOf" srcId="{A9268AC7-06E4-49B4-8A4D-F64C19778ACB}" destId="{CB39D9DD-A696-4A61-AA60-99A042E9A09E}" srcOrd="12" destOrd="0" presId="urn:microsoft.com/office/officeart/2005/8/layout/vProcess5"/>
    <dgm:cxn modelId="{142B9712-0E65-44D0-AB71-50DA0937FBE6}" type="presParOf" srcId="{A9268AC7-06E4-49B4-8A4D-F64C19778ACB}" destId="{3537B8D3-3917-480C-85D7-158ABF884E41}" srcOrd="13" destOrd="0" presId="urn:microsoft.com/office/officeart/2005/8/layout/vProcess5"/>
    <dgm:cxn modelId="{BC1FB6BA-C213-40AF-B0A9-E7D5A023CC66}" type="presParOf" srcId="{A9268AC7-06E4-49B4-8A4D-F64C19778ACB}" destId="{A6BBA7E7-AD65-4FA6-ADE4-5F2A4DC3784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46D59F8-1C02-4738-AB19-7DC5AB535BC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8089880-E345-4DF7-A902-C49A38189B42}">
      <dgm:prSet/>
      <dgm:spPr/>
      <dgm:t>
        <a:bodyPr/>
        <a:lstStyle/>
        <a:p>
          <a:r>
            <a:rPr lang="en-US" b="1"/>
            <a:t>Logging:</a:t>
          </a:r>
          <a:endParaRPr lang="en-US"/>
        </a:p>
      </dgm:t>
    </dgm:pt>
    <dgm:pt modelId="{0478C95E-7F53-4CCC-81BF-E80E66E7D4D2}" type="parTrans" cxnId="{572B495F-CECB-4730-85C3-87DE5E5AADB5}">
      <dgm:prSet/>
      <dgm:spPr/>
      <dgm:t>
        <a:bodyPr/>
        <a:lstStyle/>
        <a:p>
          <a:endParaRPr lang="en-US"/>
        </a:p>
      </dgm:t>
    </dgm:pt>
    <dgm:pt modelId="{A73B30A1-AE34-494A-B7C6-CF97F49C42CF}" type="sibTrans" cxnId="{572B495F-CECB-4730-85C3-87DE5E5AADB5}">
      <dgm:prSet/>
      <dgm:spPr/>
      <dgm:t>
        <a:bodyPr/>
        <a:lstStyle/>
        <a:p>
          <a:endParaRPr lang="en-US"/>
        </a:p>
      </dgm:t>
    </dgm:pt>
    <dgm:pt modelId="{D44D496E-5396-4C0B-9780-B253AD97FEB3}">
      <dgm:prSet/>
      <dgm:spPr/>
      <dgm:t>
        <a:bodyPr/>
        <a:lstStyle/>
        <a:p>
          <a:r>
            <a:rPr lang="en-US"/>
            <a:t>Automatically writes updates to the LogEntry table</a:t>
          </a:r>
        </a:p>
      </dgm:t>
    </dgm:pt>
    <dgm:pt modelId="{1DDB521B-A584-4280-A9CE-6B350FAB3405}" type="parTrans" cxnId="{529D73F6-2010-46A0-8528-AC3FEEC126B1}">
      <dgm:prSet/>
      <dgm:spPr/>
      <dgm:t>
        <a:bodyPr/>
        <a:lstStyle/>
        <a:p>
          <a:endParaRPr lang="en-US"/>
        </a:p>
      </dgm:t>
    </dgm:pt>
    <dgm:pt modelId="{AD13CBA0-8636-482B-BFC7-C38915E89311}" type="sibTrans" cxnId="{529D73F6-2010-46A0-8528-AC3FEEC126B1}">
      <dgm:prSet/>
      <dgm:spPr/>
      <dgm:t>
        <a:bodyPr/>
        <a:lstStyle/>
        <a:p>
          <a:endParaRPr lang="en-US"/>
        </a:p>
      </dgm:t>
    </dgm:pt>
    <dgm:pt modelId="{60B1631A-AF52-42AE-806D-168BD97BEACD}">
      <dgm:prSet/>
      <dgm:spPr/>
      <dgm:t>
        <a:bodyPr/>
        <a:lstStyle/>
        <a:p>
          <a:r>
            <a:rPr lang="en-US"/>
            <a:t>Allows review of all system changes in chronological order</a:t>
          </a:r>
        </a:p>
      </dgm:t>
    </dgm:pt>
    <dgm:pt modelId="{B22152DB-8ED5-4612-84D1-10ECAB5BC32B}" type="parTrans" cxnId="{1D4D7C76-8DB8-4C55-B01B-2C12FF591BA5}">
      <dgm:prSet/>
      <dgm:spPr/>
      <dgm:t>
        <a:bodyPr/>
        <a:lstStyle/>
        <a:p>
          <a:endParaRPr lang="en-US"/>
        </a:p>
      </dgm:t>
    </dgm:pt>
    <dgm:pt modelId="{6467E7E8-E598-4686-895B-2F27C0717ECA}" type="sibTrans" cxnId="{1D4D7C76-8DB8-4C55-B01B-2C12FF591BA5}">
      <dgm:prSet/>
      <dgm:spPr/>
      <dgm:t>
        <a:bodyPr/>
        <a:lstStyle/>
        <a:p>
          <a:endParaRPr lang="en-US"/>
        </a:p>
      </dgm:t>
    </dgm:pt>
    <dgm:pt modelId="{6FE50F87-9D46-4A3B-8CAC-E3CD253770E1}" type="pres">
      <dgm:prSet presAssocID="{446D59F8-1C02-4738-AB19-7DC5AB535BCE}" presName="vert0" presStyleCnt="0">
        <dgm:presLayoutVars>
          <dgm:dir/>
          <dgm:animOne val="branch"/>
          <dgm:animLvl val="lvl"/>
        </dgm:presLayoutVars>
      </dgm:prSet>
      <dgm:spPr/>
    </dgm:pt>
    <dgm:pt modelId="{CEA5DCCB-3AE4-4828-A522-69282E3A77E9}" type="pres">
      <dgm:prSet presAssocID="{88089880-E345-4DF7-A902-C49A38189B42}" presName="thickLine" presStyleLbl="alignNode1" presStyleIdx="0" presStyleCnt="3"/>
      <dgm:spPr/>
    </dgm:pt>
    <dgm:pt modelId="{CACF62A8-EB62-4145-A16E-FCE765D194E5}" type="pres">
      <dgm:prSet presAssocID="{88089880-E345-4DF7-A902-C49A38189B42}" presName="horz1" presStyleCnt="0"/>
      <dgm:spPr/>
    </dgm:pt>
    <dgm:pt modelId="{4A2F3EF5-F4F6-4A21-A36D-E6B1BA8ACD87}" type="pres">
      <dgm:prSet presAssocID="{88089880-E345-4DF7-A902-C49A38189B42}" presName="tx1" presStyleLbl="revTx" presStyleIdx="0" presStyleCnt="3"/>
      <dgm:spPr/>
    </dgm:pt>
    <dgm:pt modelId="{AD31FD2F-9CB2-475A-97B8-DC169BCDFE31}" type="pres">
      <dgm:prSet presAssocID="{88089880-E345-4DF7-A902-C49A38189B42}" presName="vert1" presStyleCnt="0"/>
      <dgm:spPr/>
    </dgm:pt>
    <dgm:pt modelId="{C9670E18-B2B7-461A-96FC-03850F0728B9}" type="pres">
      <dgm:prSet presAssocID="{D44D496E-5396-4C0B-9780-B253AD97FEB3}" presName="thickLine" presStyleLbl="alignNode1" presStyleIdx="1" presStyleCnt="3"/>
      <dgm:spPr/>
    </dgm:pt>
    <dgm:pt modelId="{8D0E491F-4E34-474A-AB13-BE9954544CEA}" type="pres">
      <dgm:prSet presAssocID="{D44D496E-5396-4C0B-9780-B253AD97FEB3}" presName="horz1" presStyleCnt="0"/>
      <dgm:spPr/>
    </dgm:pt>
    <dgm:pt modelId="{7465E14A-9185-48E7-A709-DB5A5ADFB5B9}" type="pres">
      <dgm:prSet presAssocID="{D44D496E-5396-4C0B-9780-B253AD97FEB3}" presName="tx1" presStyleLbl="revTx" presStyleIdx="1" presStyleCnt="3"/>
      <dgm:spPr/>
    </dgm:pt>
    <dgm:pt modelId="{1D7715CB-E884-4D2E-92B3-E641CEF951AD}" type="pres">
      <dgm:prSet presAssocID="{D44D496E-5396-4C0B-9780-B253AD97FEB3}" presName="vert1" presStyleCnt="0"/>
      <dgm:spPr/>
    </dgm:pt>
    <dgm:pt modelId="{B7A4FB8D-DA38-498F-A8BB-92F6E2EC4618}" type="pres">
      <dgm:prSet presAssocID="{60B1631A-AF52-42AE-806D-168BD97BEACD}" presName="thickLine" presStyleLbl="alignNode1" presStyleIdx="2" presStyleCnt="3"/>
      <dgm:spPr/>
    </dgm:pt>
    <dgm:pt modelId="{FFC8E27C-6D92-4116-B030-CD152C0C206A}" type="pres">
      <dgm:prSet presAssocID="{60B1631A-AF52-42AE-806D-168BD97BEACD}" presName="horz1" presStyleCnt="0"/>
      <dgm:spPr/>
    </dgm:pt>
    <dgm:pt modelId="{DA6432A1-E5EE-4F49-948A-C120F57E1FE4}" type="pres">
      <dgm:prSet presAssocID="{60B1631A-AF52-42AE-806D-168BD97BEACD}" presName="tx1" presStyleLbl="revTx" presStyleIdx="2" presStyleCnt="3"/>
      <dgm:spPr/>
    </dgm:pt>
    <dgm:pt modelId="{A7027C88-F273-4729-9F17-E5161C3C85E6}" type="pres">
      <dgm:prSet presAssocID="{60B1631A-AF52-42AE-806D-168BD97BEACD}" presName="vert1" presStyleCnt="0"/>
      <dgm:spPr/>
    </dgm:pt>
  </dgm:ptLst>
  <dgm:cxnLst>
    <dgm:cxn modelId="{67DBEF0A-DA62-4A90-802F-DFCDCAE1CDD5}" type="presOf" srcId="{446D59F8-1C02-4738-AB19-7DC5AB535BCE}" destId="{6FE50F87-9D46-4A3B-8CAC-E3CD253770E1}" srcOrd="0" destOrd="0" presId="urn:microsoft.com/office/officeart/2008/layout/LinedList"/>
    <dgm:cxn modelId="{572B495F-CECB-4730-85C3-87DE5E5AADB5}" srcId="{446D59F8-1C02-4738-AB19-7DC5AB535BCE}" destId="{88089880-E345-4DF7-A902-C49A38189B42}" srcOrd="0" destOrd="0" parTransId="{0478C95E-7F53-4CCC-81BF-E80E66E7D4D2}" sibTransId="{A73B30A1-AE34-494A-B7C6-CF97F49C42CF}"/>
    <dgm:cxn modelId="{C1783D68-F3CB-4613-ABDE-C976EB63A819}" type="presOf" srcId="{D44D496E-5396-4C0B-9780-B253AD97FEB3}" destId="{7465E14A-9185-48E7-A709-DB5A5ADFB5B9}" srcOrd="0" destOrd="0" presId="urn:microsoft.com/office/officeart/2008/layout/LinedList"/>
    <dgm:cxn modelId="{A4F39D71-2632-48E6-B5DA-5C444A868286}" type="presOf" srcId="{60B1631A-AF52-42AE-806D-168BD97BEACD}" destId="{DA6432A1-E5EE-4F49-948A-C120F57E1FE4}" srcOrd="0" destOrd="0" presId="urn:microsoft.com/office/officeart/2008/layout/LinedList"/>
    <dgm:cxn modelId="{1D4D7C76-8DB8-4C55-B01B-2C12FF591BA5}" srcId="{446D59F8-1C02-4738-AB19-7DC5AB535BCE}" destId="{60B1631A-AF52-42AE-806D-168BD97BEACD}" srcOrd="2" destOrd="0" parTransId="{B22152DB-8ED5-4612-84D1-10ECAB5BC32B}" sibTransId="{6467E7E8-E598-4686-895B-2F27C0717ECA}"/>
    <dgm:cxn modelId="{9D2406DF-73D6-4065-879E-767544BCEE5F}" type="presOf" srcId="{88089880-E345-4DF7-A902-C49A38189B42}" destId="{4A2F3EF5-F4F6-4A21-A36D-E6B1BA8ACD87}" srcOrd="0" destOrd="0" presId="urn:microsoft.com/office/officeart/2008/layout/LinedList"/>
    <dgm:cxn modelId="{529D73F6-2010-46A0-8528-AC3FEEC126B1}" srcId="{446D59F8-1C02-4738-AB19-7DC5AB535BCE}" destId="{D44D496E-5396-4C0B-9780-B253AD97FEB3}" srcOrd="1" destOrd="0" parTransId="{1DDB521B-A584-4280-A9CE-6B350FAB3405}" sibTransId="{AD13CBA0-8636-482B-BFC7-C38915E89311}"/>
    <dgm:cxn modelId="{8DC151D6-125A-4944-AF6D-494841108BE6}" type="presParOf" srcId="{6FE50F87-9D46-4A3B-8CAC-E3CD253770E1}" destId="{CEA5DCCB-3AE4-4828-A522-69282E3A77E9}" srcOrd="0" destOrd="0" presId="urn:microsoft.com/office/officeart/2008/layout/LinedList"/>
    <dgm:cxn modelId="{416F17FA-3089-40C6-AA94-06C6B3F427AA}" type="presParOf" srcId="{6FE50F87-9D46-4A3B-8CAC-E3CD253770E1}" destId="{CACF62A8-EB62-4145-A16E-FCE765D194E5}" srcOrd="1" destOrd="0" presId="urn:microsoft.com/office/officeart/2008/layout/LinedList"/>
    <dgm:cxn modelId="{CEC3A974-87B8-484A-B9F1-7C010DBAA2A4}" type="presParOf" srcId="{CACF62A8-EB62-4145-A16E-FCE765D194E5}" destId="{4A2F3EF5-F4F6-4A21-A36D-E6B1BA8ACD87}" srcOrd="0" destOrd="0" presId="urn:microsoft.com/office/officeart/2008/layout/LinedList"/>
    <dgm:cxn modelId="{0D55CB37-48EA-49C8-AE2B-F5BB11E50DE1}" type="presParOf" srcId="{CACF62A8-EB62-4145-A16E-FCE765D194E5}" destId="{AD31FD2F-9CB2-475A-97B8-DC169BCDFE31}" srcOrd="1" destOrd="0" presId="urn:microsoft.com/office/officeart/2008/layout/LinedList"/>
    <dgm:cxn modelId="{75626553-55C1-4994-A180-1F464BF23500}" type="presParOf" srcId="{6FE50F87-9D46-4A3B-8CAC-E3CD253770E1}" destId="{C9670E18-B2B7-461A-96FC-03850F0728B9}" srcOrd="2" destOrd="0" presId="urn:microsoft.com/office/officeart/2008/layout/LinedList"/>
    <dgm:cxn modelId="{223DF906-B6A7-4A4C-AE0F-85AB67671C3C}" type="presParOf" srcId="{6FE50F87-9D46-4A3B-8CAC-E3CD253770E1}" destId="{8D0E491F-4E34-474A-AB13-BE9954544CEA}" srcOrd="3" destOrd="0" presId="urn:microsoft.com/office/officeart/2008/layout/LinedList"/>
    <dgm:cxn modelId="{E343D8A8-DCB5-430D-9BFD-32BC38BE89A6}" type="presParOf" srcId="{8D0E491F-4E34-474A-AB13-BE9954544CEA}" destId="{7465E14A-9185-48E7-A709-DB5A5ADFB5B9}" srcOrd="0" destOrd="0" presId="urn:microsoft.com/office/officeart/2008/layout/LinedList"/>
    <dgm:cxn modelId="{50D4021C-4AC0-41E1-9DD0-61584C24FBA4}" type="presParOf" srcId="{8D0E491F-4E34-474A-AB13-BE9954544CEA}" destId="{1D7715CB-E884-4D2E-92B3-E641CEF951AD}" srcOrd="1" destOrd="0" presId="urn:microsoft.com/office/officeart/2008/layout/LinedList"/>
    <dgm:cxn modelId="{491CC3C3-268F-4D47-89B0-444C7F597117}" type="presParOf" srcId="{6FE50F87-9D46-4A3B-8CAC-E3CD253770E1}" destId="{B7A4FB8D-DA38-498F-A8BB-92F6E2EC4618}" srcOrd="4" destOrd="0" presId="urn:microsoft.com/office/officeart/2008/layout/LinedList"/>
    <dgm:cxn modelId="{3D2AB179-A41C-45A5-B295-B34889928D06}" type="presParOf" srcId="{6FE50F87-9D46-4A3B-8CAC-E3CD253770E1}" destId="{FFC8E27C-6D92-4116-B030-CD152C0C206A}" srcOrd="5" destOrd="0" presId="urn:microsoft.com/office/officeart/2008/layout/LinedList"/>
    <dgm:cxn modelId="{4519BAFA-2A90-42C1-9CFA-A519B2FB720E}" type="presParOf" srcId="{FFC8E27C-6D92-4116-B030-CD152C0C206A}" destId="{DA6432A1-E5EE-4F49-948A-C120F57E1FE4}" srcOrd="0" destOrd="0" presId="urn:microsoft.com/office/officeart/2008/layout/LinedList"/>
    <dgm:cxn modelId="{C21AFC4F-9C87-4A29-AB73-1E5DF6CCEE18}" type="presParOf" srcId="{FFC8E27C-6D92-4116-B030-CD152C0C206A}" destId="{A7027C88-F273-4729-9F17-E5161C3C85E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35D51B5-5A1B-4B56-AE98-AD47B688B9D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920B0E1-6DB6-46DF-B39F-602D08CAA639}">
      <dgm:prSet/>
      <dgm:spPr/>
      <dgm:t>
        <a:bodyPr/>
        <a:lstStyle/>
        <a:p>
          <a:r>
            <a:rPr lang="en-US"/>
            <a:t>During the demo, we will showcase the following sequence:</a:t>
          </a:r>
        </a:p>
      </dgm:t>
    </dgm:pt>
    <dgm:pt modelId="{D3895397-9E99-467F-845F-D625724B7AD0}" type="parTrans" cxnId="{10668C51-C419-445D-BB7F-584CC8013639}">
      <dgm:prSet/>
      <dgm:spPr/>
      <dgm:t>
        <a:bodyPr/>
        <a:lstStyle/>
        <a:p>
          <a:endParaRPr lang="en-US"/>
        </a:p>
      </dgm:t>
    </dgm:pt>
    <dgm:pt modelId="{27492C7D-4E48-473C-914C-45AD159DD25B}" type="sibTrans" cxnId="{10668C51-C419-445D-BB7F-584CC8013639}">
      <dgm:prSet/>
      <dgm:spPr/>
      <dgm:t>
        <a:bodyPr/>
        <a:lstStyle/>
        <a:p>
          <a:endParaRPr lang="en-US"/>
        </a:p>
      </dgm:t>
    </dgm:pt>
    <dgm:pt modelId="{9A74D559-4871-4DA4-B8B6-5F6247EEAB7E}">
      <dgm:prSet/>
      <dgm:spPr/>
      <dgm:t>
        <a:bodyPr/>
        <a:lstStyle/>
        <a:p>
          <a:r>
            <a:rPr lang="en-US"/>
            <a:t>List all conferences</a:t>
          </a:r>
        </a:p>
      </dgm:t>
    </dgm:pt>
    <dgm:pt modelId="{C0E6DE18-CE1F-44CA-98A5-CF4B82E9E4D5}" type="parTrans" cxnId="{0AF05B7B-1BDB-43FE-A82B-973BCEDE2EBF}">
      <dgm:prSet/>
      <dgm:spPr/>
      <dgm:t>
        <a:bodyPr/>
        <a:lstStyle/>
        <a:p>
          <a:endParaRPr lang="en-US"/>
        </a:p>
      </dgm:t>
    </dgm:pt>
    <dgm:pt modelId="{F5CEB5B9-EC63-4837-BB03-E875B4C93E67}" type="sibTrans" cxnId="{0AF05B7B-1BDB-43FE-A82B-973BCEDE2EBF}">
      <dgm:prSet/>
      <dgm:spPr/>
      <dgm:t>
        <a:bodyPr/>
        <a:lstStyle/>
        <a:p>
          <a:endParaRPr lang="en-US"/>
        </a:p>
      </dgm:t>
    </dgm:pt>
    <dgm:pt modelId="{21DA6C1E-C12F-4A77-AD1F-A2990C3F5480}">
      <dgm:prSet/>
      <dgm:spPr/>
      <dgm:t>
        <a:bodyPr/>
        <a:lstStyle/>
        <a:p>
          <a:r>
            <a:rPr lang="en-US"/>
            <a:t>View sessions for a selected conference</a:t>
          </a:r>
        </a:p>
      </dgm:t>
    </dgm:pt>
    <dgm:pt modelId="{5BA7538C-B306-4A9B-9D89-A55BE5BD4E50}" type="parTrans" cxnId="{9017C947-1A34-46F3-BBE5-364A44B4847C}">
      <dgm:prSet/>
      <dgm:spPr/>
      <dgm:t>
        <a:bodyPr/>
        <a:lstStyle/>
        <a:p>
          <a:endParaRPr lang="en-US"/>
        </a:p>
      </dgm:t>
    </dgm:pt>
    <dgm:pt modelId="{6FF6B0A7-9E25-4CC0-86B9-53655D620D44}" type="sibTrans" cxnId="{9017C947-1A34-46F3-BBE5-364A44B4847C}">
      <dgm:prSet/>
      <dgm:spPr/>
      <dgm:t>
        <a:bodyPr/>
        <a:lstStyle/>
        <a:p>
          <a:endParaRPr lang="en-US"/>
        </a:p>
      </dgm:t>
    </dgm:pt>
    <dgm:pt modelId="{CAE5DDE9-B897-4AB9-B291-934092E46211}">
      <dgm:prSet/>
      <dgm:spPr/>
      <dgm:t>
        <a:bodyPr/>
        <a:lstStyle/>
        <a:p>
          <a:r>
            <a:rPr lang="en-US"/>
            <a:t>View room schedules by date</a:t>
          </a:r>
        </a:p>
      </dgm:t>
    </dgm:pt>
    <dgm:pt modelId="{4542C179-CA10-4D49-BC52-E98803B2A126}" type="parTrans" cxnId="{7976CCD3-7574-4750-A7CF-894821165893}">
      <dgm:prSet/>
      <dgm:spPr/>
      <dgm:t>
        <a:bodyPr/>
        <a:lstStyle/>
        <a:p>
          <a:endParaRPr lang="en-US"/>
        </a:p>
      </dgm:t>
    </dgm:pt>
    <dgm:pt modelId="{011686F7-4727-4AAD-B91D-CE98006AAAC9}" type="sibTrans" cxnId="{7976CCD3-7574-4750-A7CF-894821165893}">
      <dgm:prSet/>
      <dgm:spPr/>
      <dgm:t>
        <a:bodyPr/>
        <a:lstStyle/>
        <a:p>
          <a:endParaRPr lang="en-US"/>
        </a:p>
      </dgm:t>
    </dgm:pt>
    <dgm:pt modelId="{9B6FFB58-2ED9-4818-9726-79F6F532B5AE}">
      <dgm:prSet/>
      <dgm:spPr/>
      <dgm:t>
        <a:bodyPr/>
        <a:lstStyle/>
        <a:p>
          <a:r>
            <a:rPr lang="en-US"/>
            <a:t>Add a new session (user input)</a:t>
          </a:r>
        </a:p>
      </dgm:t>
    </dgm:pt>
    <dgm:pt modelId="{B8302E36-033E-4A46-A2F2-74DB491417CC}" type="parTrans" cxnId="{06077FA2-3BE6-4333-AD9F-0891D75C0DDF}">
      <dgm:prSet/>
      <dgm:spPr/>
      <dgm:t>
        <a:bodyPr/>
        <a:lstStyle/>
        <a:p>
          <a:endParaRPr lang="en-US"/>
        </a:p>
      </dgm:t>
    </dgm:pt>
    <dgm:pt modelId="{EE1CB49D-37FB-4A6A-AE36-C11980CC5446}" type="sibTrans" cxnId="{06077FA2-3BE6-4333-AD9F-0891D75C0DDF}">
      <dgm:prSet/>
      <dgm:spPr/>
      <dgm:t>
        <a:bodyPr/>
        <a:lstStyle/>
        <a:p>
          <a:endParaRPr lang="en-US"/>
        </a:p>
      </dgm:t>
    </dgm:pt>
    <dgm:pt modelId="{BC38567E-3106-4E06-9411-BACEF453CDEA}">
      <dgm:prSet/>
      <dgm:spPr/>
      <dgm:t>
        <a:bodyPr/>
        <a:lstStyle/>
        <a:p>
          <a:r>
            <a:rPr lang="en-US"/>
            <a:t>Assign a speaker to the new session</a:t>
          </a:r>
        </a:p>
      </dgm:t>
    </dgm:pt>
    <dgm:pt modelId="{068B85DF-A431-4606-B2F6-585351188A30}" type="parTrans" cxnId="{95A88F5A-A20E-49BA-9990-9BD4A4D570FD}">
      <dgm:prSet/>
      <dgm:spPr/>
      <dgm:t>
        <a:bodyPr/>
        <a:lstStyle/>
        <a:p>
          <a:endParaRPr lang="en-US"/>
        </a:p>
      </dgm:t>
    </dgm:pt>
    <dgm:pt modelId="{11A09C46-DA82-40FB-B106-AE57A9BEC428}" type="sibTrans" cxnId="{95A88F5A-A20E-49BA-9990-9BD4A4D570FD}">
      <dgm:prSet/>
      <dgm:spPr/>
      <dgm:t>
        <a:bodyPr/>
        <a:lstStyle/>
        <a:p>
          <a:endParaRPr lang="en-US"/>
        </a:p>
      </dgm:t>
    </dgm:pt>
    <dgm:pt modelId="{F3FA29DC-87CC-4686-A4DF-E2E1FC30E405}">
      <dgm:prSet/>
      <dgm:spPr/>
      <dgm:t>
        <a:bodyPr/>
        <a:lstStyle/>
        <a:p>
          <a:r>
            <a:rPr lang="en-US"/>
            <a:t>Assign the session to a room scheduling slot</a:t>
          </a:r>
        </a:p>
      </dgm:t>
    </dgm:pt>
    <dgm:pt modelId="{4C37CC6E-0D58-4061-9D50-A3E9B2846E8C}" type="parTrans" cxnId="{363DC802-BD52-40AF-9261-0296879C4345}">
      <dgm:prSet/>
      <dgm:spPr/>
      <dgm:t>
        <a:bodyPr/>
        <a:lstStyle/>
        <a:p>
          <a:endParaRPr lang="en-US"/>
        </a:p>
      </dgm:t>
    </dgm:pt>
    <dgm:pt modelId="{CE1B3ED8-F5FD-40C4-886D-8BAE1C954F32}" type="sibTrans" cxnId="{363DC802-BD52-40AF-9261-0296879C4345}">
      <dgm:prSet/>
      <dgm:spPr/>
      <dgm:t>
        <a:bodyPr/>
        <a:lstStyle/>
        <a:p>
          <a:endParaRPr lang="en-US"/>
        </a:p>
      </dgm:t>
    </dgm:pt>
    <dgm:pt modelId="{8FEE68F0-1F2A-4C26-9745-FBD4D8AD3752}">
      <dgm:prSet/>
      <dgm:spPr/>
      <dgm:t>
        <a:bodyPr/>
        <a:lstStyle/>
        <a:p>
          <a:r>
            <a:rPr lang="en-US"/>
            <a:t>Update a room schedule status</a:t>
          </a:r>
        </a:p>
      </dgm:t>
    </dgm:pt>
    <dgm:pt modelId="{63B157A5-D9EE-4CC3-9E34-EA224346F3F9}" type="parTrans" cxnId="{30D24FED-1CA8-4F5C-9E25-B1EF72E37BE5}">
      <dgm:prSet/>
      <dgm:spPr/>
      <dgm:t>
        <a:bodyPr/>
        <a:lstStyle/>
        <a:p>
          <a:endParaRPr lang="en-US"/>
        </a:p>
      </dgm:t>
    </dgm:pt>
    <dgm:pt modelId="{86EC55F4-4234-46FE-8BF4-C80BD51225C1}" type="sibTrans" cxnId="{30D24FED-1CA8-4F5C-9E25-B1EF72E37BE5}">
      <dgm:prSet/>
      <dgm:spPr/>
      <dgm:t>
        <a:bodyPr/>
        <a:lstStyle/>
        <a:p>
          <a:endParaRPr lang="en-US"/>
        </a:p>
      </dgm:t>
    </dgm:pt>
    <dgm:pt modelId="{A613F7BE-A2F3-47B5-A557-06C754C1BAC5}">
      <dgm:prSet/>
      <dgm:spPr/>
      <dgm:t>
        <a:bodyPr/>
        <a:lstStyle/>
        <a:p>
          <a:r>
            <a:rPr lang="en-US"/>
            <a:t>Display log entries confirming updates</a:t>
          </a:r>
        </a:p>
      </dgm:t>
    </dgm:pt>
    <dgm:pt modelId="{5BE17A25-0363-4880-B1AB-66EC8DBA6231}" type="parTrans" cxnId="{7872B2B1-A0E8-4F2C-B8C2-E31ADAE01F9A}">
      <dgm:prSet/>
      <dgm:spPr/>
      <dgm:t>
        <a:bodyPr/>
        <a:lstStyle/>
        <a:p>
          <a:endParaRPr lang="en-US"/>
        </a:p>
      </dgm:t>
    </dgm:pt>
    <dgm:pt modelId="{DAA89B12-BD84-4153-B6B0-E0CEDCBF051D}" type="sibTrans" cxnId="{7872B2B1-A0E8-4F2C-B8C2-E31ADAE01F9A}">
      <dgm:prSet/>
      <dgm:spPr/>
      <dgm:t>
        <a:bodyPr/>
        <a:lstStyle/>
        <a:p>
          <a:endParaRPr lang="en-US"/>
        </a:p>
      </dgm:t>
    </dgm:pt>
    <dgm:pt modelId="{1BA48FDF-A68D-4968-BBD6-6308821E63A9}">
      <dgm:prSet/>
      <dgm:spPr/>
      <dgm:t>
        <a:bodyPr/>
        <a:lstStyle/>
        <a:p>
          <a:r>
            <a:rPr lang="en-US"/>
            <a:t>This demonstrates full-cycle functionality from creation → scheduling → logging.</a:t>
          </a:r>
        </a:p>
      </dgm:t>
    </dgm:pt>
    <dgm:pt modelId="{5FF227A7-7AB4-4D9B-BDE6-DBE5F867376E}" type="parTrans" cxnId="{00E1B55E-1D85-466B-B3C1-B783FD8CB144}">
      <dgm:prSet/>
      <dgm:spPr/>
      <dgm:t>
        <a:bodyPr/>
        <a:lstStyle/>
        <a:p>
          <a:endParaRPr lang="en-US"/>
        </a:p>
      </dgm:t>
    </dgm:pt>
    <dgm:pt modelId="{A27EE436-2860-4879-B0C4-1A2AFEA09334}" type="sibTrans" cxnId="{00E1B55E-1D85-466B-B3C1-B783FD8CB144}">
      <dgm:prSet/>
      <dgm:spPr/>
      <dgm:t>
        <a:bodyPr/>
        <a:lstStyle/>
        <a:p>
          <a:endParaRPr lang="en-US"/>
        </a:p>
      </dgm:t>
    </dgm:pt>
    <dgm:pt modelId="{A2E4DEE4-153B-4179-9EB0-D60DACE31092}" type="pres">
      <dgm:prSet presAssocID="{435D51B5-5A1B-4B56-AE98-AD47B688B9D0}" presName="vert0" presStyleCnt="0">
        <dgm:presLayoutVars>
          <dgm:dir/>
          <dgm:animOne val="branch"/>
          <dgm:animLvl val="lvl"/>
        </dgm:presLayoutVars>
      </dgm:prSet>
      <dgm:spPr/>
    </dgm:pt>
    <dgm:pt modelId="{029BD7B1-1C06-4B9D-8084-EA1C05183F38}" type="pres">
      <dgm:prSet presAssocID="{7920B0E1-6DB6-46DF-B39F-602D08CAA639}" presName="thickLine" presStyleLbl="alignNode1" presStyleIdx="0" presStyleCnt="10"/>
      <dgm:spPr/>
    </dgm:pt>
    <dgm:pt modelId="{EB5AEC91-A64C-490B-96BB-A69A074811C5}" type="pres">
      <dgm:prSet presAssocID="{7920B0E1-6DB6-46DF-B39F-602D08CAA639}" presName="horz1" presStyleCnt="0"/>
      <dgm:spPr/>
    </dgm:pt>
    <dgm:pt modelId="{AD5D7E56-9CCC-472F-88BC-75ED458EF174}" type="pres">
      <dgm:prSet presAssocID="{7920B0E1-6DB6-46DF-B39F-602D08CAA639}" presName="tx1" presStyleLbl="revTx" presStyleIdx="0" presStyleCnt="10"/>
      <dgm:spPr/>
    </dgm:pt>
    <dgm:pt modelId="{529928A2-33EB-4E15-A032-EB1B08B31242}" type="pres">
      <dgm:prSet presAssocID="{7920B0E1-6DB6-46DF-B39F-602D08CAA639}" presName="vert1" presStyleCnt="0"/>
      <dgm:spPr/>
    </dgm:pt>
    <dgm:pt modelId="{D0CF5BFF-0F68-421E-A405-8CCF8A75E3F2}" type="pres">
      <dgm:prSet presAssocID="{9A74D559-4871-4DA4-B8B6-5F6247EEAB7E}" presName="thickLine" presStyleLbl="alignNode1" presStyleIdx="1" presStyleCnt="10"/>
      <dgm:spPr/>
    </dgm:pt>
    <dgm:pt modelId="{ACE7B0CF-8D7C-4E51-813D-8F6418E2422C}" type="pres">
      <dgm:prSet presAssocID="{9A74D559-4871-4DA4-B8B6-5F6247EEAB7E}" presName="horz1" presStyleCnt="0"/>
      <dgm:spPr/>
    </dgm:pt>
    <dgm:pt modelId="{26A07ED2-59FF-405D-AA80-74D784A97AA4}" type="pres">
      <dgm:prSet presAssocID="{9A74D559-4871-4DA4-B8B6-5F6247EEAB7E}" presName="tx1" presStyleLbl="revTx" presStyleIdx="1" presStyleCnt="10"/>
      <dgm:spPr/>
    </dgm:pt>
    <dgm:pt modelId="{6FD7854B-BC29-4412-BB92-89F59C2C1A6D}" type="pres">
      <dgm:prSet presAssocID="{9A74D559-4871-4DA4-B8B6-5F6247EEAB7E}" presName="vert1" presStyleCnt="0"/>
      <dgm:spPr/>
    </dgm:pt>
    <dgm:pt modelId="{2D408A7E-B1E6-4CFF-ACA3-D8DBCDFB6F75}" type="pres">
      <dgm:prSet presAssocID="{21DA6C1E-C12F-4A77-AD1F-A2990C3F5480}" presName="thickLine" presStyleLbl="alignNode1" presStyleIdx="2" presStyleCnt="10"/>
      <dgm:spPr/>
    </dgm:pt>
    <dgm:pt modelId="{5A220C9A-DE0C-405C-B5BB-98ADB3BD3B0E}" type="pres">
      <dgm:prSet presAssocID="{21DA6C1E-C12F-4A77-AD1F-A2990C3F5480}" presName="horz1" presStyleCnt="0"/>
      <dgm:spPr/>
    </dgm:pt>
    <dgm:pt modelId="{226FFB6A-65DB-44FA-96B0-4DBA647E744F}" type="pres">
      <dgm:prSet presAssocID="{21DA6C1E-C12F-4A77-AD1F-A2990C3F5480}" presName="tx1" presStyleLbl="revTx" presStyleIdx="2" presStyleCnt="10"/>
      <dgm:spPr/>
    </dgm:pt>
    <dgm:pt modelId="{2627C37F-E8C2-4216-AAD8-E00D404DFBE7}" type="pres">
      <dgm:prSet presAssocID="{21DA6C1E-C12F-4A77-AD1F-A2990C3F5480}" presName="vert1" presStyleCnt="0"/>
      <dgm:spPr/>
    </dgm:pt>
    <dgm:pt modelId="{C4FFA4F9-C2F1-49B5-92D9-5B21825681A0}" type="pres">
      <dgm:prSet presAssocID="{CAE5DDE9-B897-4AB9-B291-934092E46211}" presName="thickLine" presStyleLbl="alignNode1" presStyleIdx="3" presStyleCnt="10"/>
      <dgm:spPr/>
    </dgm:pt>
    <dgm:pt modelId="{B950226D-08FC-4729-BCEF-5362A8725954}" type="pres">
      <dgm:prSet presAssocID="{CAE5DDE9-B897-4AB9-B291-934092E46211}" presName="horz1" presStyleCnt="0"/>
      <dgm:spPr/>
    </dgm:pt>
    <dgm:pt modelId="{0233C0C5-9EB2-4514-9756-AB5A726D828D}" type="pres">
      <dgm:prSet presAssocID="{CAE5DDE9-B897-4AB9-B291-934092E46211}" presName="tx1" presStyleLbl="revTx" presStyleIdx="3" presStyleCnt="10"/>
      <dgm:spPr/>
    </dgm:pt>
    <dgm:pt modelId="{A411CEFA-C92A-434D-A3E4-9DD0618AB815}" type="pres">
      <dgm:prSet presAssocID="{CAE5DDE9-B897-4AB9-B291-934092E46211}" presName="vert1" presStyleCnt="0"/>
      <dgm:spPr/>
    </dgm:pt>
    <dgm:pt modelId="{4AC6E040-F1A9-4AD6-837B-7233684894F0}" type="pres">
      <dgm:prSet presAssocID="{9B6FFB58-2ED9-4818-9726-79F6F532B5AE}" presName="thickLine" presStyleLbl="alignNode1" presStyleIdx="4" presStyleCnt="10"/>
      <dgm:spPr/>
    </dgm:pt>
    <dgm:pt modelId="{A7CE1FB0-C53F-43C3-90BB-BF81BD5E8744}" type="pres">
      <dgm:prSet presAssocID="{9B6FFB58-2ED9-4818-9726-79F6F532B5AE}" presName="horz1" presStyleCnt="0"/>
      <dgm:spPr/>
    </dgm:pt>
    <dgm:pt modelId="{4FEAE1B6-F8A0-4933-8C08-9488DA4D9935}" type="pres">
      <dgm:prSet presAssocID="{9B6FFB58-2ED9-4818-9726-79F6F532B5AE}" presName="tx1" presStyleLbl="revTx" presStyleIdx="4" presStyleCnt="10"/>
      <dgm:spPr/>
    </dgm:pt>
    <dgm:pt modelId="{55848D89-CD12-4CC4-8C80-BADE04B1F655}" type="pres">
      <dgm:prSet presAssocID="{9B6FFB58-2ED9-4818-9726-79F6F532B5AE}" presName="vert1" presStyleCnt="0"/>
      <dgm:spPr/>
    </dgm:pt>
    <dgm:pt modelId="{7BCB94B2-6379-4BEA-9360-7AEFBF44F3F4}" type="pres">
      <dgm:prSet presAssocID="{BC38567E-3106-4E06-9411-BACEF453CDEA}" presName="thickLine" presStyleLbl="alignNode1" presStyleIdx="5" presStyleCnt="10"/>
      <dgm:spPr/>
    </dgm:pt>
    <dgm:pt modelId="{81B2C712-A7DE-42E8-AD51-3FAF92E2E5DE}" type="pres">
      <dgm:prSet presAssocID="{BC38567E-3106-4E06-9411-BACEF453CDEA}" presName="horz1" presStyleCnt="0"/>
      <dgm:spPr/>
    </dgm:pt>
    <dgm:pt modelId="{BF9D8ED8-53DB-423B-BAD4-18FCD84C88A9}" type="pres">
      <dgm:prSet presAssocID="{BC38567E-3106-4E06-9411-BACEF453CDEA}" presName="tx1" presStyleLbl="revTx" presStyleIdx="5" presStyleCnt="10"/>
      <dgm:spPr/>
    </dgm:pt>
    <dgm:pt modelId="{02F04365-14A8-44EE-8DD7-5F84D781F719}" type="pres">
      <dgm:prSet presAssocID="{BC38567E-3106-4E06-9411-BACEF453CDEA}" presName="vert1" presStyleCnt="0"/>
      <dgm:spPr/>
    </dgm:pt>
    <dgm:pt modelId="{6697D31E-377A-4552-881B-3C9F07A842BA}" type="pres">
      <dgm:prSet presAssocID="{F3FA29DC-87CC-4686-A4DF-E2E1FC30E405}" presName="thickLine" presStyleLbl="alignNode1" presStyleIdx="6" presStyleCnt="10"/>
      <dgm:spPr/>
    </dgm:pt>
    <dgm:pt modelId="{7DE7D0CC-9E05-47CC-9774-2A3DD201D210}" type="pres">
      <dgm:prSet presAssocID="{F3FA29DC-87CC-4686-A4DF-E2E1FC30E405}" presName="horz1" presStyleCnt="0"/>
      <dgm:spPr/>
    </dgm:pt>
    <dgm:pt modelId="{8A49B974-F4DA-40D6-8B35-B51A7DEE229D}" type="pres">
      <dgm:prSet presAssocID="{F3FA29DC-87CC-4686-A4DF-E2E1FC30E405}" presName="tx1" presStyleLbl="revTx" presStyleIdx="6" presStyleCnt="10"/>
      <dgm:spPr/>
    </dgm:pt>
    <dgm:pt modelId="{E0B142CD-9509-4F49-9409-32FC603F75A2}" type="pres">
      <dgm:prSet presAssocID="{F3FA29DC-87CC-4686-A4DF-E2E1FC30E405}" presName="vert1" presStyleCnt="0"/>
      <dgm:spPr/>
    </dgm:pt>
    <dgm:pt modelId="{F97F53AC-D934-4D2C-91F6-0E796BC4F107}" type="pres">
      <dgm:prSet presAssocID="{8FEE68F0-1F2A-4C26-9745-FBD4D8AD3752}" presName="thickLine" presStyleLbl="alignNode1" presStyleIdx="7" presStyleCnt="10"/>
      <dgm:spPr/>
    </dgm:pt>
    <dgm:pt modelId="{6FEB0313-EE8E-4771-9692-E416FAB4072D}" type="pres">
      <dgm:prSet presAssocID="{8FEE68F0-1F2A-4C26-9745-FBD4D8AD3752}" presName="horz1" presStyleCnt="0"/>
      <dgm:spPr/>
    </dgm:pt>
    <dgm:pt modelId="{B29F5856-F838-4DE4-9DF4-7F9C690AD783}" type="pres">
      <dgm:prSet presAssocID="{8FEE68F0-1F2A-4C26-9745-FBD4D8AD3752}" presName="tx1" presStyleLbl="revTx" presStyleIdx="7" presStyleCnt="10"/>
      <dgm:spPr/>
    </dgm:pt>
    <dgm:pt modelId="{60884EB2-93A6-4B85-9C89-2843FC38CC8F}" type="pres">
      <dgm:prSet presAssocID="{8FEE68F0-1F2A-4C26-9745-FBD4D8AD3752}" presName="vert1" presStyleCnt="0"/>
      <dgm:spPr/>
    </dgm:pt>
    <dgm:pt modelId="{F3616C7B-BABF-4304-B6C0-977F75D3DDAA}" type="pres">
      <dgm:prSet presAssocID="{A613F7BE-A2F3-47B5-A557-06C754C1BAC5}" presName="thickLine" presStyleLbl="alignNode1" presStyleIdx="8" presStyleCnt="10"/>
      <dgm:spPr/>
    </dgm:pt>
    <dgm:pt modelId="{86062DE4-5556-40ED-B6AE-6370B030E019}" type="pres">
      <dgm:prSet presAssocID="{A613F7BE-A2F3-47B5-A557-06C754C1BAC5}" presName="horz1" presStyleCnt="0"/>
      <dgm:spPr/>
    </dgm:pt>
    <dgm:pt modelId="{12176CDB-7A93-4C1C-935E-9890EDCDD712}" type="pres">
      <dgm:prSet presAssocID="{A613F7BE-A2F3-47B5-A557-06C754C1BAC5}" presName="tx1" presStyleLbl="revTx" presStyleIdx="8" presStyleCnt="10"/>
      <dgm:spPr/>
    </dgm:pt>
    <dgm:pt modelId="{37C6660B-30A8-4496-A1B4-8F2703544AAE}" type="pres">
      <dgm:prSet presAssocID="{A613F7BE-A2F3-47B5-A557-06C754C1BAC5}" presName="vert1" presStyleCnt="0"/>
      <dgm:spPr/>
    </dgm:pt>
    <dgm:pt modelId="{E9729BE6-7CEE-422E-A126-4E195296BAE3}" type="pres">
      <dgm:prSet presAssocID="{1BA48FDF-A68D-4968-BBD6-6308821E63A9}" presName="thickLine" presStyleLbl="alignNode1" presStyleIdx="9" presStyleCnt="10"/>
      <dgm:spPr/>
    </dgm:pt>
    <dgm:pt modelId="{532E7AB6-3E5C-4C79-AFAB-DEF77CF887B6}" type="pres">
      <dgm:prSet presAssocID="{1BA48FDF-A68D-4968-BBD6-6308821E63A9}" presName="horz1" presStyleCnt="0"/>
      <dgm:spPr/>
    </dgm:pt>
    <dgm:pt modelId="{0CCBDE2B-BECB-4950-8DA3-D0DBC78E0640}" type="pres">
      <dgm:prSet presAssocID="{1BA48FDF-A68D-4968-BBD6-6308821E63A9}" presName="tx1" presStyleLbl="revTx" presStyleIdx="9" presStyleCnt="10"/>
      <dgm:spPr/>
    </dgm:pt>
    <dgm:pt modelId="{8B0C82E9-FA04-401B-8C35-0338C1F9B83B}" type="pres">
      <dgm:prSet presAssocID="{1BA48FDF-A68D-4968-BBD6-6308821E63A9}" presName="vert1" presStyleCnt="0"/>
      <dgm:spPr/>
    </dgm:pt>
  </dgm:ptLst>
  <dgm:cxnLst>
    <dgm:cxn modelId="{363DC802-BD52-40AF-9261-0296879C4345}" srcId="{435D51B5-5A1B-4B56-AE98-AD47B688B9D0}" destId="{F3FA29DC-87CC-4686-A4DF-E2E1FC30E405}" srcOrd="6" destOrd="0" parTransId="{4C37CC6E-0D58-4061-9D50-A3E9B2846E8C}" sibTransId="{CE1B3ED8-F5FD-40C4-886D-8BAE1C954F32}"/>
    <dgm:cxn modelId="{4494A008-D470-4EA7-823C-6067D996484E}" type="presOf" srcId="{7920B0E1-6DB6-46DF-B39F-602D08CAA639}" destId="{AD5D7E56-9CCC-472F-88BC-75ED458EF174}" srcOrd="0" destOrd="0" presId="urn:microsoft.com/office/officeart/2008/layout/LinedList"/>
    <dgm:cxn modelId="{788BE508-93CD-4D4E-A857-F95FA8A60848}" type="presOf" srcId="{BC38567E-3106-4E06-9411-BACEF453CDEA}" destId="{BF9D8ED8-53DB-423B-BAD4-18FCD84C88A9}" srcOrd="0" destOrd="0" presId="urn:microsoft.com/office/officeart/2008/layout/LinedList"/>
    <dgm:cxn modelId="{F34F260C-055B-4DDD-95EC-6EC266F2E59C}" type="presOf" srcId="{1BA48FDF-A68D-4968-BBD6-6308821E63A9}" destId="{0CCBDE2B-BECB-4950-8DA3-D0DBC78E0640}" srcOrd="0" destOrd="0" presId="urn:microsoft.com/office/officeart/2008/layout/LinedList"/>
    <dgm:cxn modelId="{9E05EC23-66C6-47CC-930A-88C4FE4AD3C4}" type="presOf" srcId="{F3FA29DC-87CC-4686-A4DF-E2E1FC30E405}" destId="{8A49B974-F4DA-40D6-8B35-B51A7DEE229D}" srcOrd="0" destOrd="0" presId="urn:microsoft.com/office/officeart/2008/layout/LinedList"/>
    <dgm:cxn modelId="{D541D82E-A2CC-4947-83DA-FC3A0EC2719E}" type="presOf" srcId="{CAE5DDE9-B897-4AB9-B291-934092E46211}" destId="{0233C0C5-9EB2-4514-9756-AB5A726D828D}" srcOrd="0" destOrd="0" presId="urn:microsoft.com/office/officeart/2008/layout/LinedList"/>
    <dgm:cxn modelId="{00E1B55E-1D85-466B-B3C1-B783FD8CB144}" srcId="{435D51B5-5A1B-4B56-AE98-AD47B688B9D0}" destId="{1BA48FDF-A68D-4968-BBD6-6308821E63A9}" srcOrd="9" destOrd="0" parTransId="{5FF227A7-7AB4-4D9B-BDE6-DBE5F867376E}" sibTransId="{A27EE436-2860-4879-B0C4-1A2AFEA09334}"/>
    <dgm:cxn modelId="{6298EE5E-F912-4775-B3E8-2EF46CAC74E0}" type="presOf" srcId="{435D51B5-5A1B-4B56-AE98-AD47B688B9D0}" destId="{A2E4DEE4-153B-4179-9EB0-D60DACE31092}" srcOrd="0" destOrd="0" presId="urn:microsoft.com/office/officeart/2008/layout/LinedList"/>
    <dgm:cxn modelId="{3E23B361-4B7A-4516-91D6-4F3BBAE8E747}" type="presOf" srcId="{9B6FFB58-2ED9-4818-9726-79F6F532B5AE}" destId="{4FEAE1B6-F8A0-4933-8C08-9488DA4D9935}" srcOrd="0" destOrd="0" presId="urn:microsoft.com/office/officeart/2008/layout/LinedList"/>
    <dgm:cxn modelId="{9017C947-1A34-46F3-BBE5-364A44B4847C}" srcId="{435D51B5-5A1B-4B56-AE98-AD47B688B9D0}" destId="{21DA6C1E-C12F-4A77-AD1F-A2990C3F5480}" srcOrd="2" destOrd="0" parTransId="{5BA7538C-B306-4A9B-9D89-A55BE5BD4E50}" sibTransId="{6FF6B0A7-9E25-4CC0-86B9-53655D620D44}"/>
    <dgm:cxn modelId="{10668C51-C419-445D-BB7F-584CC8013639}" srcId="{435D51B5-5A1B-4B56-AE98-AD47B688B9D0}" destId="{7920B0E1-6DB6-46DF-B39F-602D08CAA639}" srcOrd="0" destOrd="0" parTransId="{D3895397-9E99-467F-845F-D625724B7AD0}" sibTransId="{27492C7D-4E48-473C-914C-45AD159DD25B}"/>
    <dgm:cxn modelId="{95A88F5A-A20E-49BA-9990-9BD4A4D570FD}" srcId="{435D51B5-5A1B-4B56-AE98-AD47B688B9D0}" destId="{BC38567E-3106-4E06-9411-BACEF453CDEA}" srcOrd="5" destOrd="0" parTransId="{068B85DF-A431-4606-B2F6-585351188A30}" sibTransId="{11A09C46-DA82-40FB-B106-AE57A9BEC428}"/>
    <dgm:cxn modelId="{0AF05B7B-1BDB-43FE-A82B-973BCEDE2EBF}" srcId="{435D51B5-5A1B-4B56-AE98-AD47B688B9D0}" destId="{9A74D559-4871-4DA4-B8B6-5F6247EEAB7E}" srcOrd="1" destOrd="0" parTransId="{C0E6DE18-CE1F-44CA-98A5-CF4B82E9E4D5}" sibTransId="{F5CEB5B9-EC63-4837-BB03-E875B4C93E67}"/>
    <dgm:cxn modelId="{6B968E7C-0224-4892-AC9B-9C08433787FA}" type="presOf" srcId="{8FEE68F0-1F2A-4C26-9745-FBD4D8AD3752}" destId="{B29F5856-F838-4DE4-9DF4-7F9C690AD783}" srcOrd="0" destOrd="0" presId="urn:microsoft.com/office/officeart/2008/layout/LinedList"/>
    <dgm:cxn modelId="{06077FA2-3BE6-4333-AD9F-0891D75C0DDF}" srcId="{435D51B5-5A1B-4B56-AE98-AD47B688B9D0}" destId="{9B6FFB58-2ED9-4818-9726-79F6F532B5AE}" srcOrd="4" destOrd="0" parTransId="{B8302E36-033E-4A46-A2F2-74DB491417CC}" sibTransId="{EE1CB49D-37FB-4A6A-AE36-C11980CC5446}"/>
    <dgm:cxn modelId="{7872B2B1-A0E8-4F2C-B8C2-E31ADAE01F9A}" srcId="{435D51B5-5A1B-4B56-AE98-AD47B688B9D0}" destId="{A613F7BE-A2F3-47B5-A557-06C754C1BAC5}" srcOrd="8" destOrd="0" parTransId="{5BE17A25-0363-4880-B1AB-66EC8DBA6231}" sibTransId="{DAA89B12-BD84-4153-B6B0-E0CEDCBF051D}"/>
    <dgm:cxn modelId="{AAD5CECD-8A89-4DE7-B4C5-994FBBAC1F32}" type="presOf" srcId="{21DA6C1E-C12F-4A77-AD1F-A2990C3F5480}" destId="{226FFB6A-65DB-44FA-96B0-4DBA647E744F}" srcOrd="0" destOrd="0" presId="urn:microsoft.com/office/officeart/2008/layout/LinedList"/>
    <dgm:cxn modelId="{7976CCD3-7574-4750-A7CF-894821165893}" srcId="{435D51B5-5A1B-4B56-AE98-AD47B688B9D0}" destId="{CAE5DDE9-B897-4AB9-B291-934092E46211}" srcOrd="3" destOrd="0" parTransId="{4542C179-CA10-4D49-BC52-E98803B2A126}" sibTransId="{011686F7-4727-4AAD-B91D-CE98006AAAC9}"/>
    <dgm:cxn modelId="{8F9C31E3-3863-4CA9-9C05-42BD18B0C07C}" type="presOf" srcId="{9A74D559-4871-4DA4-B8B6-5F6247EEAB7E}" destId="{26A07ED2-59FF-405D-AA80-74D784A97AA4}" srcOrd="0" destOrd="0" presId="urn:microsoft.com/office/officeart/2008/layout/LinedList"/>
    <dgm:cxn modelId="{30D24FED-1CA8-4F5C-9E25-B1EF72E37BE5}" srcId="{435D51B5-5A1B-4B56-AE98-AD47B688B9D0}" destId="{8FEE68F0-1F2A-4C26-9745-FBD4D8AD3752}" srcOrd="7" destOrd="0" parTransId="{63B157A5-D9EE-4CC3-9E34-EA224346F3F9}" sibTransId="{86EC55F4-4234-46FE-8BF4-C80BD51225C1}"/>
    <dgm:cxn modelId="{B82204FD-A122-4635-AC15-9113123F6E12}" type="presOf" srcId="{A613F7BE-A2F3-47B5-A557-06C754C1BAC5}" destId="{12176CDB-7A93-4C1C-935E-9890EDCDD712}" srcOrd="0" destOrd="0" presId="urn:microsoft.com/office/officeart/2008/layout/LinedList"/>
    <dgm:cxn modelId="{ECDBC9C4-A712-43C9-8238-5BB80D96F99A}" type="presParOf" srcId="{A2E4DEE4-153B-4179-9EB0-D60DACE31092}" destId="{029BD7B1-1C06-4B9D-8084-EA1C05183F38}" srcOrd="0" destOrd="0" presId="urn:microsoft.com/office/officeart/2008/layout/LinedList"/>
    <dgm:cxn modelId="{1ED78912-2D10-48B1-A278-85697A8F87C0}" type="presParOf" srcId="{A2E4DEE4-153B-4179-9EB0-D60DACE31092}" destId="{EB5AEC91-A64C-490B-96BB-A69A074811C5}" srcOrd="1" destOrd="0" presId="urn:microsoft.com/office/officeart/2008/layout/LinedList"/>
    <dgm:cxn modelId="{293D2956-18A3-4360-B54B-FE13C30F2E30}" type="presParOf" srcId="{EB5AEC91-A64C-490B-96BB-A69A074811C5}" destId="{AD5D7E56-9CCC-472F-88BC-75ED458EF174}" srcOrd="0" destOrd="0" presId="urn:microsoft.com/office/officeart/2008/layout/LinedList"/>
    <dgm:cxn modelId="{E38B87B3-4795-4A94-BE2B-C56728EAEA12}" type="presParOf" srcId="{EB5AEC91-A64C-490B-96BB-A69A074811C5}" destId="{529928A2-33EB-4E15-A032-EB1B08B31242}" srcOrd="1" destOrd="0" presId="urn:microsoft.com/office/officeart/2008/layout/LinedList"/>
    <dgm:cxn modelId="{BAF82EFD-5C25-4BA6-94DE-938057352E66}" type="presParOf" srcId="{A2E4DEE4-153B-4179-9EB0-D60DACE31092}" destId="{D0CF5BFF-0F68-421E-A405-8CCF8A75E3F2}" srcOrd="2" destOrd="0" presId="urn:microsoft.com/office/officeart/2008/layout/LinedList"/>
    <dgm:cxn modelId="{881F2A81-19E9-43AD-9729-E30AF6473C5A}" type="presParOf" srcId="{A2E4DEE4-153B-4179-9EB0-D60DACE31092}" destId="{ACE7B0CF-8D7C-4E51-813D-8F6418E2422C}" srcOrd="3" destOrd="0" presId="urn:microsoft.com/office/officeart/2008/layout/LinedList"/>
    <dgm:cxn modelId="{7B096392-DE04-400C-9535-2F46F0A026D3}" type="presParOf" srcId="{ACE7B0CF-8D7C-4E51-813D-8F6418E2422C}" destId="{26A07ED2-59FF-405D-AA80-74D784A97AA4}" srcOrd="0" destOrd="0" presId="urn:microsoft.com/office/officeart/2008/layout/LinedList"/>
    <dgm:cxn modelId="{D4FE1592-5E09-40DA-B69B-CD88AB3F0F19}" type="presParOf" srcId="{ACE7B0CF-8D7C-4E51-813D-8F6418E2422C}" destId="{6FD7854B-BC29-4412-BB92-89F59C2C1A6D}" srcOrd="1" destOrd="0" presId="urn:microsoft.com/office/officeart/2008/layout/LinedList"/>
    <dgm:cxn modelId="{0CF9C2CE-D636-44F3-A51D-C49FE276ECFA}" type="presParOf" srcId="{A2E4DEE4-153B-4179-9EB0-D60DACE31092}" destId="{2D408A7E-B1E6-4CFF-ACA3-D8DBCDFB6F75}" srcOrd="4" destOrd="0" presId="urn:microsoft.com/office/officeart/2008/layout/LinedList"/>
    <dgm:cxn modelId="{BC3B3E2E-F529-4E29-8880-F9F8A549FBDE}" type="presParOf" srcId="{A2E4DEE4-153B-4179-9EB0-D60DACE31092}" destId="{5A220C9A-DE0C-405C-B5BB-98ADB3BD3B0E}" srcOrd="5" destOrd="0" presId="urn:microsoft.com/office/officeart/2008/layout/LinedList"/>
    <dgm:cxn modelId="{A5260586-95FA-40FF-9C82-FC8E7F2AA6AD}" type="presParOf" srcId="{5A220C9A-DE0C-405C-B5BB-98ADB3BD3B0E}" destId="{226FFB6A-65DB-44FA-96B0-4DBA647E744F}" srcOrd="0" destOrd="0" presId="urn:microsoft.com/office/officeart/2008/layout/LinedList"/>
    <dgm:cxn modelId="{B83D55A3-5AE5-40E1-B3E7-9C2D0A55C9CC}" type="presParOf" srcId="{5A220C9A-DE0C-405C-B5BB-98ADB3BD3B0E}" destId="{2627C37F-E8C2-4216-AAD8-E00D404DFBE7}" srcOrd="1" destOrd="0" presId="urn:microsoft.com/office/officeart/2008/layout/LinedList"/>
    <dgm:cxn modelId="{8D10D263-1FD8-4183-9B1F-0AE2FDAC6F9C}" type="presParOf" srcId="{A2E4DEE4-153B-4179-9EB0-D60DACE31092}" destId="{C4FFA4F9-C2F1-49B5-92D9-5B21825681A0}" srcOrd="6" destOrd="0" presId="urn:microsoft.com/office/officeart/2008/layout/LinedList"/>
    <dgm:cxn modelId="{FF79CA0D-0215-4FB7-A7C8-F29B8FD2F1E5}" type="presParOf" srcId="{A2E4DEE4-153B-4179-9EB0-D60DACE31092}" destId="{B950226D-08FC-4729-BCEF-5362A8725954}" srcOrd="7" destOrd="0" presId="urn:microsoft.com/office/officeart/2008/layout/LinedList"/>
    <dgm:cxn modelId="{C7FF44C0-BAAD-445D-9C8B-1D12DECB9472}" type="presParOf" srcId="{B950226D-08FC-4729-BCEF-5362A8725954}" destId="{0233C0C5-9EB2-4514-9756-AB5A726D828D}" srcOrd="0" destOrd="0" presId="urn:microsoft.com/office/officeart/2008/layout/LinedList"/>
    <dgm:cxn modelId="{6A19F2D5-5798-4576-8108-E969717928D2}" type="presParOf" srcId="{B950226D-08FC-4729-BCEF-5362A8725954}" destId="{A411CEFA-C92A-434D-A3E4-9DD0618AB815}" srcOrd="1" destOrd="0" presId="urn:microsoft.com/office/officeart/2008/layout/LinedList"/>
    <dgm:cxn modelId="{17F4F187-F098-4493-A721-435A0A80946B}" type="presParOf" srcId="{A2E4DEE4-153B-4179-9EB0-D60DACE31092}" destId="{4AC6E040-F1A9-4AD6-837B-7233684894F0}" srcOrd="8" destOrd="0" presId="urn:microsoft.com/office/officeart/2008/layout/LinedList"/>
    <dgm:cxn modelId="{29B84ACE-E179-4096-864B-D465FF265DE8}" type="presParOf" srcId="{A2E4DEE4-153B-4179-9EB0-D60DACE31092}" destId="{A7CE1FB0-C53F-43C3-90BB-BF81BD5E8744}" srcOrd="9" destOrd="0" presId="urn:microsoft.com/office/officeart/2008/layout/LinedList"/>
    <dgm:cxn modelId="{D752A585-7B92-4559-AF31-33DBBFCD1590}" type="presParOf" srcId="{A7CE1FB0-C53F-43C3-90BB-BF81BD5E8744}" destId="{4FEAE1B6-F8A0-4933-8C08-9488DA4D9935}" srcOrd="0" destOrd="0" presId="urn:microsoft.com/office/officeart/2008/layout/LinedList"/>
    <dgm:cxn modelId="{68BA643F-C530-456B-BF80-DAE35C2CE906}" type="presParOf" srcId="{A7CE1FB0-C53F-43C3-90BB-BF81BD5E8744}" destId="{55848D89-CD12-4CC4-8C80-BADE04B1F655}" srcOrd="1" destOrd="0" presId="urn:microsoft.com/office/officeart/2008/layout/LinedList"/>
    <dgm:cxn modelId="{A8850A33-2DA0-46B4-9024-27CE3E0F9ABE}" type="presParOf" srcId="{A2E4DEE4-153B-4179-9EB0-D60DACE31092}" destId="{7BCB94B2-6379-4BEA-9360-7AEFBF44F3F4}" srcOrd="10" destOrd="0" presId="urn:microsoft.com/office/officeart/2008/layout/LinedList"/>
    <dgm:cxn modelId="{E69DBF1B-D02D-47DC-B3CC-341D369516B9}" type="presParOf" srcId="{A2E4DEE4-153B-4179-9EB0-D60DACE31092}" destId="{81B2C712-A7DE-42E8-AD51-3FAF92E2E5DE}" srcOrd="11" destOrd="0" presId="urn:microsoft.com/office/officeart/2008/layout/LinedList"/>
    <dgm:cxn modelId="{ECC9E7F1-0279-45C4-9DA9-4E4D4C2AEC64}" type="presParOf" srcId="{81B2C712-A7DE-42E8-AD51-3FAF92E2E5DE}" destId="{BF9D8ED8-53DB-423B-BAD4-18FCD84C88A9}" srcOrd="0" destOrd="0" presId="urn:microsoft.com/office/officeart/2008/layout/LinedList"/>
    <dgm:cxn modelId="{644BBDB5-B952-44A1-9A0E-1EC8DFE0EABE}" type="presParOf" srcId="{81B2C712-A7DE-42E8-AD51-3FAF92E2E5DE}" destId="{02F04365-14A8-44EE-8DD7-5F84D781F719}" srcOrd="1" destOrd="0" presId="urn:microsoft.com/office/officeart/2008/layout/LinedList"/>
    <dgm:cxn modelId="{3DC6CB36-3E4F-4C3A-9129-BBCE78CAE4A0}" type="presParOf" srcId="{A2E4DEE4-153B-4179-9EB0-D60DACE31092}" destId="{6697D31E-377A-4552-881B-3C9F07A842BA}" srcOrd="12" destOrd="0" presId="urn:microsoft.com/office/officeart/2008/layout/LinedList"/>
    <dgm:cxn modelId="{348DD269-A901-4522-9140-50D31D8C09B3}" type="presParOf" srcId="{A2E4DEE4-153B-4179-9EB0-D60DACE31092}" destId="{7DE7D0CC-9E05-47CC-9774-2A3DD201D210}" srcOrd="13" destOrd="0" presId="urn:microsoft.com/office/officeart/2008/layout/LinedList"/>
    <dgm:cxn modelId="{AD89648D-5A54-4D0E-9EA8-2E23CBA1E9B4}" type="presParOf" srcId="{7DE7D0CC-9E05-47CC-9774-2A3DD201D210}" destId="{8A49B974-F4DA-40D6-8B35-B51A7DEE229D}" srcOrd="0" destOrd="0" presId="urn:microsoft.com/office/officeart/2008/layout/LinedList"/>
    <dgm:cxn modelId="{B30D9802-A60A-4309-8686-3355469D7C8E}" type="presParOf" srcId="{7DE7D0CC-9E05-47CC-9774-2A3DD201D210}" destId="{E0B142CD-9509-4F49-9409-32FC603F75A2}" srcOrd="1" destOrd="0" presId="urn:microsoft.com/office/officeart/2008/layout/LinedList"/>
    <dgm:cxn modelId="{08BEEF22-E18A-4239-A021-DF41FA6129DD}" type="presParOf" srcId="{A2E4DEE4-153B-4179-9EB0-D60DACE31092}" destId="{F97F53AC-D934-4D2C-91F6-0E796BC4F107}" srcOrd="14" destOrd="0" presId="urn:microsoft.com/office/officeart/2008/layout/LinedList"/>
    <dgm:cxn modelId="{60562EA8-ECC2-410C-8AB3-8590940F004C}" type="presParOf" srcId="{A2E4DEE4-153B-4179-9EB0-D60DACE31092}" destId="{6FEB0313-EE8E-4771-9692-E416FAB4072D}" srcOrd="15" destOrd="0" presId="urn:microsoft.com/office/officeart/2008/layout/LinedList"/>
    <dgm:cxn modelId="{87E8D0BC-DCD0-4808-88BD-B706C8B7688D}" type="presParOf" srcId="{6FEB0313-EE8E-4771-9692-E416FAB4072D}" destId="{B29F5856-F838-4DE4-9DF4-7F9C690AD783}" srcOrd="0" destOrd="0" presId="urn:microsoft.com/office/officeart/2008/layout/LinedList"/>
    <dgm:cxn modelId="{771D624E-2B46-4693-B64C-7ECBE11C6362}" type="presParOf" srcId="{6FEB0313-EE8E-4771-9692-E416FAB4072D}" destId="{60884EB2-93A6-4B85-9C89-2843FC38CC8F}" srcOrd="1" destOrd="0" presId="urn:microsoft.com/office/officeart/2008/layout/LinedList"/>
    <dgm:cxn modelId="{FC8492DA-5A00-4B37-B0E5-AC31FEDBDD69}" type="presParOf" srcId="{A2E4DEE4-153B-4179-9EB0-D60DACE31092}" destId="{F3616C7B-BABF-4304-B6C0-977F75D3DDAA}" srcOrd="16" destOrd="0" presId="urn:microsoft.com/office/officeart/2008/layout/LinedList"/>
    <dgm:cxn modelId="{14FCA0DE-A7CE-40AE-AFC6-9FCA827FCBBE}" type="presParOf" srcId="{A2E4DEE4-153B-4179-9EB0-D60DACE31092}" destId="{86062DE4-5556-40ED-B6AE-6370B030E019}" srcOrd="17" destOrd="0" presId="urn:microsoft.com/office/officeart/2008/layout/LinedList"/>
    <dgm:cxn modelId="{3F935448-1BBB-42F7-80EE-1FAC890A6FE9}" type="presParOf" srcId="{86062DE4-5556-40ED-B6AE-6370B030E019}" destId="{12176CDB-7A93-4C1C-935E-9890EDCDD712}" srcOrd="0" destOrd="0" presId="urn:microsoft.com/office/officeart/2008/layout/LinedList"/>
    <dgm:cxn modelId="{D99BC75B-213E-4167-976F-2D35CB80656B}" type="presParOf" srcId="{86062DE4-5556-40ED-B6AE-6370B030E019}" destId="{37C6660B-30A8-4496-A1B4-8F2703544AAE}" srcOrd="1" destOrd="0" presId="urn:microsoft.com/office/officeart/2008/layout/LinedList"/>
    <dgm:cxn modelId="{D4DBC5DB-2A47-4814-BBB6-5016914B76B7}" type="presParOf" srcId="{A2E4DEE4-153B-4179-9EB0-D60DACE31092}" destId="{E9729BE6-7CEE-422E-A126-4E195296BAE3}" srcOrd="18" destOrd="0" presId="urn:microsoft.com/office/officeart/2008/layout/LinedList"/>
    <dgm:cxn modelId="{BC63FF0D-023F-420E-8D64-2CA01CD5DE83}" type="presParOf" srcId="{A2E4DEE4-153B-4179-9EB0-D60DACE31092}" destId="{532E7AB6-3E5C-4C79-AFAB-DEF77CF887B6}" srcOrd="19" destOrd="0" presId="urn:microsoft.com/office/officeart/2008/layout/LinedList"/>
    <dgm:cxn modelId="{4D35AE6E-C2E2-4A21-B21F-2E89C413D6B5}" type="presParOf" srcId="{532E7AB6-3E5C-4C79-AFAB-DEF77CF887B6}" destId="{0CCBDE2B-BECB-4950-8DA3-D0DBC78E0640}" srcOrd="0" destOrd="0" presId="urn:microsoft.com/office/officeart/2008/layout/LinedList"/>
    <dgm:cxn modelId="{AA7FAAB4-6DE9-4EEA-9B99-39368DB6B04D}" type="presParOf" srcId="{532E7AB6-3E5C-4C79-AFAB-DEF77CF887B6}" destId="{8B0C82E9-FA04-401B-8C35-0338C1F9B83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4308674-0CA9-48C6-B110-96F48C1A7B17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940F3EF-5B43-4C50-91AE-30C896C32249}">
      <dgm:prSet/>
      <dgm:spPr/>
      <dgm:t>
        <a:bodyPr/>
        <a:lstStyle/>
        <a:p>
          <a:r>
            <a:rPr lang="en-US"/>
            <a:t>Our conference management system integrates:</a:t>
          </a:r>
        </a:p>
      </dgm:t>
    </dgm:pt>
    <dgm:pt modelId="{ED0A3E9C-8065-42DE-977E-05BDDA9EFCD1}" type="parTrans" cxnId="{AAC4032A-B6B3-44AD-97A5-BF9BC9F4795A}">
      <dgm:prSet/>
      <dgm:spPr/>
      <dgm:t>
        <a:bodyPr/>
        <a:lstStyle/>
        <a:p>
          <a:endParaRPr lang="en-US"/>
        </a:p>
      </dgm:t>
    </dgm:pt>
    <dgm:pt modelId="{D713F4EB-B681-41CF-9189-4CFBDDF50848}" type="sibTrans" cxnId="{AAC4032A-B6B3-44AD-97A5-BF9BC9F4795A}">
      <dgm:prSet/>
      <dgm:spPr/>
      <dgm:t>
        <a:bodyPr/>
        <a:lstStyle/>
        <a:p>
          <a:endParaRPr lang="en-US"/>
        </a:p>
      </dgm:t>
    </dgm:pt>
    <dgm:pt modelId="{0DBAEB60-3D8B-45AE-BC45-79F55939E49F}">
      <dgm:prSet/>
      <dgm:spPr/>
      <dgm:t>
        <a:bodyPr/>
        <a:lstStyle/>
        <a:p>
          <a:r>
            <a:rPr lang="en-US"/>
            <a:t>A normalized relational database (8 entities)</a:t>
          </a:r>
        </a:p>
      </dgm:t>
    </dgm:pt>
    <dgm:pt modelId="{F3668FEE-4F9C-49BC-B315-B366C2F1B11E}" type="parTrans" cxnId="{CE529A43-608E-456D-9923-A69BD80B45EE}">
      <dgm:prSet/>
      <dgm:spPr/>
      <dgm:t>
        <a:bodyPr/>
        <a:lstStyle/>
        <a:p>
          <a:endParaRPr lang="en-US"/>
        </a:p>
      </dgm:t>
    </dgm:pt>
    <dgm:pt modelId="{FF41568D-9170-456E-B439-000679CD1710}" type="sibTrans" cxnId="{CE529A43-608E-456D-9923-A69BD80B45EE}">
      <dgm:prSet/>
      <dgm:spPr/>
      <dgm:t>
        <a:bodyPr/>
        <a:lstStyle/>
        <a:p>
          <a:endParaRPr lang="en-US"/>
        </a:p>
      </dgm:t>
    </dgm:pt>
    <dgm:pt modelId="{85E74CFF-0E59-4133-B92F-D27DB24E4D5C}">
      <dgm:prSet/>
      <dgm:spPr/>
      <dgm:t>
        <a:bodyPr/>
        <a:lstStyle/>
        <a:p>
          <a:r>
            <a:rPr lang="en-US"/>
            <a:t>A complete SQL schema and sample dataset</a:t>
          </a:r>
        </a:p>
      </dgm:t>
    </dgm:pt>
    <dgm:pt modelId="{3391CC0A-5F44-4EC9-A65D-EAE0C8FC545D}" type="parTrans" cxnId="{C22D58C6-996C-4AEC-BC5E-C02AB07C2ECC}">
      <dgm:prSet/>
      <dgm:spPr/>
      <dgm:t>
        <a:bodyPr/>
        <a:lstStyle/>
        <a:p>
          <a:endParaRPr lang="en-US"/>
        </a:p>
      </dgm:t>
    </dgm:pt>
    <dgm:pt modelId="{1E1F9549-603E-4667-99FA-F411F9D25A5B}" type="sibTrans" cxnId="{C22D58C6-996C-4AEC-BC5E-C02AB07C2ECC}">
      <dgm:prSet/>
      <dgm:spPr/>
      <dgm:t>
        <a:bodyPr/>
        <a:lstStyle/>
        <a:p>
          <a:endParaRPr lang="en-US"/>
        </a:p>
      </dgm:t>
    </dgm:pt>
    <dgm:pt modelId="{5DF0ED32-D360-4B41-8BD6-7BC9D0BA7BD3}">
      <dgm:prSet/>
      <dgm:spPr/>
      <dgm:t>
        <a:bodyPr/>
        <a:lstStyle/>
        <a:p>
          <a:r>
            <a:rPr lang="en-US"/>
            <a:t>A Python-based interactive application</a:t>
          </a:r>
        </a:p>
      </dgm:t>
    </dgm:pt>
    <dgm:pt modelId="{B57B06C5-F256-4B64-B748-BA6409653F37}" type="parTrans" cxnId="{4F7A01D3-EE9A-4E4E-837E-4231F040E930}">
      <dgm:prSet/>
      <dgm:spPr/>
      <dgm:t>
        <a:bodyPr/>
        <a:lstStyle/>
        <a:p>
          <a:endParaRPr lang="en-US"/>
        </a:p>
      </dgm:t>
    </dgm:pt>
    <dgm:pt modelId="{74D72837-11DC-49A8-B35C-D92ED73D920B}" type="sibTrans" cxnId="{4F7A01D3-EE9A-4E4E-837E-4231F040E930}">
      <dgm:prSet/>
      <dgm:spPr/>
      <dgm:t>
        <a:bodyPr/>
        <a:lstStyle/>
        <a:p>
          <a:endParaRPr lang="en-US"/>
        </a:p>
      </dgm:t>
    </dgm:pt>
    <dgm:pt modelId="{1BEB238E-4E78-48C2-BF25-140AD0451D94}">
      <dgm:prSet/>
      <dgm:spPr/>
      <dgm:t>
        <a:bodyPr/>
        <a:lstStyle/>
        <a:p>
          <a:r>
            <a:rPr lang="en-US"/>
            <a:t>Full support for scheduling, speaker assignment, logging, and data lookup</a:t>
          </a:r>
        </a:p>
      </dgm:t>
    </dgm:pt>
    <dgm:pt modelId="{4C05C569-B253-440E-B11B-C32B273E56A7}" type="parTrans" cxnId="{9E45FEE2-B08A-403B-AC24-35BEC3D9B581}">
      <dgm:prSet/>
      <dgm:spPr/>
      <dgm:t>
        <a:bodyPr/>
        <a:lstStyle/>
        <a:p>
          <a:endParaRPr lang="en-US"/>
        </a:p>
      </dgm:t>
    </dgm:pt>
    <dgm:pt modelId="{1A161BA5-3839-4EAE-BF14-DD88B2621944}" type="sibTrans" cxnId="{9E45FEE2-B08A-403B-AC24-35BEC3D9B581}">
      <dgm:prSet/>
      <dgm:spPr/>
      <dgm:t>
        <a:bodyPr/>
        <a:lstStyle/>
        <a:p>
          <a:endParaRPr lang="en-US"/>
        </a:p>
      </dgm:t>
    </dgm:pt>
    <dgm:pt modelId="{BA6D6367-1DA3-45AF-8BAF-006981D395E8}">
      <dgm:prSet/>
      <dgm:spPr/>
      <dgm:t>
        <a:bodyPr/>
        <a:lstStyle/>
        <a:p>
          <a:r>
            <a:rPr lang="en-US"/>
            <a:t>This satisfies all requirements across Phases 1, 2, and 3 and demonstrates a functional database-backed management system.</a:t>
          </a:r>
        </a:p>
      </dgm:t>
    </dgm:pt>
    <dgm:pt modelId="{D616642E-A571-4957-AAFF-0F57CBEAADAA}" type="parTrans" cxnId="{30DFA34C-557F-4238-8B37-80837D5C0225}">
      <dgm:prSet/>
      <dgm:spPr/>
      <dgm:t>
        <a:bodyPr/>
        <a:lstStyle/>
        <a:p>
          <a:endParaRPr lang="en-US"/>
        </a:p>
      </dgm:t>
    </dgm:pt>
    <dgm:pt modelId="{E0E2615F-888C-4A14-BB92-C90EB4CC2757}" type="sibTrans" cxnId="{30DFA34C-557F-4238-8B37-80837D5C0225}">
      <dgm:prSet/>
      <dgm:spPr/>
      <dgm:t>
        <a:bodyPr/>
        <a:lstStyle/>
        <a:p>
          <a:endParaRPr lang="en-US"/>
        </a:p>
      </dgm:t>
    </dgm:pt>
    <dgm:pt modelId="{B37E782D-F6F9-4159-BBD8-CD7B0F4EAD97}" type="pres">
      <dgm:prSet presAssocID="{24308674-0CA9-48C6-B110-96F48C1A7B17}" presName="vert0" presStyleCnt="0">
        <dgm:presLayoutVars>
          <dgm:dir/>
          <dgm:animOne val="branch"/>
          <dgm:animLvl val="lvl"/>
        </dgm:presLayoutVars>
      </dgm:prSet>
      <dgm:spPr/>
    </dgm:pt>
    <dgm:pt modelId="{2534A0D6-D1ED-4D6B-B26A-B69E466186F5}" type="pres">
      <dgm:prSet presAssocID="{9940F3EF-5B43-4C50-91AE-30C896C32249}" presName="thickLine" presStyleLbl="alignNode1" presStyleIdx="0" presStyleCnt="6"/>
      <dgm:spPr/>
    </dgm:pt>
    <dgm:pt modelId="{F114D22C-1D0B-42BB-870A-EC7470444FDA}" type="pres">
      <dgm:prSet presAssocID="{9940F3EF-5B43-4C50-91AE-30C896C32249}" presName="horz1" presStyleCnt="0"/>
      <dgm:spPr/>
    </dgm:pt>
    <dgm:pt modelId="{81590148-FFF9-406D-8233-7BE303D6D589}" type="pres">
      <dgm:prSet presAssocID="{9940F3EF-5B43-4C50-91AE-30C896C32249}" presName="tx1" presStyleLbl="revTx" presStyleIdx="0" presStyleCnt="6"/>
      <dgm:spPr/>
    </dgm:pt>
    <dgm:pt modelId="{DD187F33-7EC1-4DA1-A34A-E55AB1FA5079}" type="pres">
      <dgm:prSet presAssocID="{9940F3EF-5B43-4C50-91AE-30C896C32249}" presName="vert1" presStyleCnt="0"/>
      <dgm:spPr/>
    </dgm:pt>
    <dgm:pt modelId="{AB387684-65E9-42C3-997D-FDFA9078AF4E}" type="pres">
      <dgm:prSet presAssocID="{0DBAEB60-3D8B-45AE-BC45-79F55939E49F}" presName="thickLine" presStyleLbl="alignNode1" presStyleIdx="1" presStyleCnt="6"/>
      <dgm:spPr/>
    </dgm:pt>
    <dgm:pt modelId="{C678F026-C44A-444B-8303-0378387A586B}" type="pres">
      <dgm:prSet presAssocID="{0DBAEB60-3D8B-45AE-BC45-79F55939E49F}" presName="horz1" presStyleCnt="0"/>
      <dgm:spPr/>
    </dgm:pt>
    <dgm:pt modelId="{FAD159E8-D51A-4F2F-8EEA-118E8FA922D6}" type="pres">
      <dgm:prSet presAssocID="{0DBAEB60-3D8B-45AE-BC45-79F55939E49F}" presName="tx1" presStyleLbl="revTx" presStyleIdx="1" presStyleCnt="6"/>
      <dgm:spPr/>
    </dgm:pt>
    <dgm:pt modelId="{EA49F31A-E34A-4E36-8120-D1DD2FBAF281}" type="pres">
      <dgm:prSet presAssocID="{0DBAEB60-3D8B-45AE-BC45-79F55939E49F}" presName="vert1" presStyleCnt="0"/>
      <dgm:spPr/>
    </dgm:pt>
    <dgm:pt modelId="{7CA168EE-31C7-47F6-882D-5D40191DFE9C}" type="pres">
      <dgm:prSet presAssocID="{85E74CFF-0E59-4133-B92F-D27DB24E4D5C}" presName="thickLine" presStyleLbl="alignNode1" presStyleIdx="2" presStyleCnt="6"/>
      <dgm:spPr/>
    </dgm:pt>
    <dgm:pt modelId="{088F5EA9-2563-4777-98E7-DC45D413F4C1}" type="pres">
      <dgm:prSet presAssocID="{85E74CFF-0E59-4133-B92F-D27DB24E4D5C}" presName="horz1" presStyleCnt="0"/>
      <dgm:spPr/>
    </dgm:pt>
    <dgm:pt modelId="{6C24D3AD-F25C-4C62-86B8-4E622E05078D}" type="pres">
      <dgm:prSet presAssocID="{85E74CFF-0E59-4133-B92F-D27DB24E4D5C}" presName="tx1" presStyleLbl="revTx" presStyleIdx="2" presStyleCnt="6"/>
      <dgm:spPr/>
    </dgm:pt>
    <dgm:pt modelId="{974A64AA-EBA6-474F-B9C7-7AFCFB977106}" type="pres">
      <dgm:prSet presAssocID="{85E74CFF-0E59-4133-B92F-D27DB24E4D5C}" presName="vert1" presStyleCnt="0"/>
      <dgm:spPr/>
    </dgm:pt>
    <dgm:pt modelId="{04C5C88D-AFA5-49AE-80A0-B413E3AB2028}" type="pres">
      <dgm:prSet presAssocID="{5DF0ED32-D360-4B41-8BD6-7BC9D0BA7BD3}" presName="thickLine" presStyleLbl="alignNode1" presStyleIdx="3" presStyleCnt="6"/>
      <dgm:spPr/>
    </dgm:pt>
    <dgm:pt modelId="{3CAFC912-D89D-40E1-9724-1D5036E740E9}" type="pres">
      <dgm:prSet presAssocID="{5DF0ED32-D360-4B41-8BD6-7BC9D0BA7BD3}" presName="horz1" presStyleCnt="0"/>
      <dgm:spPr/>
    </dgm:pt>
    <dgm:pt modelId="{DE1F6F1C-7823-4258-AC0B-30F16EAE39EB}" type="pres">
      <dgm:prSet presAssocID="{5DF0ED32-D360-4B41-8BD6-7BC9D0BA7BD3}" presName="tx1" presStyleLbl="revTx" presStyleIdx="3" presStyleCnt="6"/>
      <dgm:spPr/>
    </dgm:pt>
    <dgm:pt modelId="{D16C36FB-0DC4-4C13-91DF-A90FE09A19F9}" type="pres">
      <dgm:prSet presAssocID="{5DF0ED32-D360-4B41-8BD6-7BC9D0BA7BD3}" presName="vert1" presStyleCnt="0"/>
      <dgm:spPr/>
    </dgm:pt>
    <dgm:pt modelId="{8D52619E-51B8-4FEF-A5C0-CA869FECD68B}" type="pres">
      <dgm:prSet presAssocID="{1BEB238E-4E78-48C2-BF25-140AD0451D94}" presName="thickLine" presStyleLbl="alignNode1" presStyleIdx="4" presStyleCnt="6"/>
      <dgm:spPr/>
    </dgm:pt>
    <dgm:pt modelId="{7A7712DB-6DA6-4999-B90F-C6B86B43162A}" type="pres">
      <dgm:prSet presAssocID="{1BEB238E-4E78-48C2-BF25-140AD0451D94}" presName="horz1" presStyleCnt="0"/>
      <dgm:spPr/>
    </dgm:pt>
    <dgm:pt modelId="{E6996F81-95C7-4566-A7F2-3AEE29C80767}" type="pres">
      <dgm:prSet presAssocID="{1BEB238E-4E78-48C2-BF25-140AD0451D94}" presName="tx1" presStyleLbl="revTx" presStyleIdx="4" presStyleCnt="6"/>
      <dgm:spPr/>
    </dgm:pt>
    <dgm:pt modelId="{1B403E5B-F11F-49BB-AD04-07269A313E16}" type="pres">
      <dgm:prSet presAssocID="{1BEB238E-4E78-48C2-BF25-140AD0451D94}" presName="vert1" presStyleCnt="0"/>
      <dgm:spPr/>
    </dgm:pt>
    <dgm:pt modelId="{E3D97D9F-3955-4CB4-B5CF-1E52F1762C93}" type="pres">
      <dgm:prSet presAssocID="{BA6D6367-1DA3-45AF-8BAF-006981D395E8}" presName="thickLine" presStyleLbl="alignNode1" presStyleIdx="5" presStyleCnt="6"/>
      <dgm:spPr/>
    </dgm:pt>
    <dgm:pt modelId="{2D5DEA1A-06C6-4C21-B997-70E3C68BC0C0}" type="pres">
      <dgm:prSet presAssocID="{BA6D6367-1DA3-45AF-8BAF-006981D395E8}" presName="horz1" presStyleCnt="0"/>
      <dgm:spPr/>
    </dgm:pt>
    <dgm:pt modelId="{2B75ABF3-B8F8-451D-8A0D-0B48C5D63A68}" type="pres">
      <dgm:prSet presAssocID="{BA6D6367-1DA3-45AF-8BAF-006981D395E8}" presName="tx1" presStyleLbl="revTx" presStyleIdx="5" presStyleCnt="6"/>
      <dgm:spPr/>
    </dgm:pt>
    <dgm:pt modelId="{78E6D704-4156-4E37-900D-33925C3295F3}" type="pres">
      <dgm:prSet presAssocID="{BA6D6367-1DA3-45AF-8BAF-006981D395E8}" presName="vert1" presStyleCnt="0"/>
      <dgm:spPr/>
    </dgm:pt>
  </dgm:ptLst>
  <dgm:cxnLst>
    <dgm:cxn modelId="{24DFF90A-A117-44A2-9B7E-0D47742A9AD3}" type="presOf" srcId="{1BEB238E-4E78-48C2-BF25-140AD0451D94}" destId="{E6996F81-95C7-4566-A7F2-3AEE29C80767}" srcOrd="0" destOrd="0" presId="urn:microsoft.com/office/officeart/2008/layout/LinedList"/>
    <dgm:cxn modelId="{0026D31A-125F-4F8A-8984-3FC84347B132}" type="presOf" srcId="{9940F3EF-5B43-4C50-91AE-30C896C32249}" destId="{81590148-FFF9-406D-8233-7BE303D6D589}" srcOrd="0" destOrd="0" presId="urn:microsoft.com/office/officeart/2008/layout/LinedList"/>
    <dgm:cxn modelId="{AAC4032A-B6B3-44AD-97A5-BF9BC9F4795A}" srcId="{24308674-0CA9-48C6-B110-96F48C1A7B17}" destId="{9940F3EF-5B43-4C50-91AE-30C896C32249}" srcOrd="0" destOrd="0" parTransId="{ED0A3E9C-8065-42DE-977E-05BDDA9EFCD1}" sibTransId="{D713F4EB-B681-41CF-9189-4CFBDDF50848}"/>
    <dgm:cxn modelId="{42A67731-0F61-47D6-B23A-879F6AB7C373}" type="presOf" srcId="{5DF0ED32-D360-4B41-8BD6-7BC9D0BA7BD3}" destId="{DE1F6F1C-7823-4258-AC0B-30F16EAE39EB}" srcOrd="0" destOrd="0" presId="urn:microsoft.com/office/officeart/2008/layout/LinedList"/>
    <dgm:cxn modelId="{CE529A43-608E-456D-9923-A69BD80B45EE}" srcId="{24308674-0CA9-48C6-B110-96F48C1A7B17}" destId="{0DBAEB60-3D8B-45AE-BC45-79F55939E49F}" srcOrd="1" destOrd="0" parTransId="{F3668FEE-4F9C-49BC-B315-B366C2F1B11E}" sibTransId="{FF41568D-9170-456E-B439-000679CD1710}"/>
    <dgm:cxn modelId="{30DFA34C-557F-4238-8B37-80837D5C0225}" srcId="{24308674-0CA9-48C6-B110-96F48C1A7B17}" destId="{BA6D6367-1DA3-45AF-8BAF-006981D395E8}" srcOrd="5" destOrd="0" parTransId="{D616642E-A571-4957-AAFF-0F57CBEAADAA}" sibTransId="{E0E2615F-888C-4A14-BB92-C90EB4CC2757}"/>
    <dgm:cxn modelId="{78F6B056-17A3-4079-851A-2FE1DB4642B6}" type="presOf" srcId="{BA6D6367-1DA3-45AF-8BAF-006981D395E8}" destId="{2B75ABF3-B8F8-451D-8A0D-0B48C5D63A68}" srcOrd="0" destOrd="0" presId="urn:microsoft.com/office/officeart/2008/layout/LinedList"/>
    <dgm:cxn modelId="{F0A17D88-FDEF-4097-B305-E5FB2BA435F8}" type="presOf" srcId="{0DBAEB60-3D8B-45AE-BC45-79F55939E49F}" destId="{FAD159E8-D51A-4F2F-8EEA-118E8FA922D6}" srcOrd="0" destOrd="0" presId="urn:microsoft.com/office/officeart/2008/layout/LinedList"/>
    <dgm:cxn modelId="{1A7D578E-6AA4-4513-91AD-6E762B2B2E09}" type="presOf" srcId="{24308674-0CA9-48C6-B110-96F48C1A7B17}" destId="{B37E782D-F6F9-4159-BBD8-CD7B0F4EAD97}" srcOrd="0" destOrd="0" presId="urn:microsoft.com/office/officeart/2008/layout/LinedList"/>
    <dgm:cxn modelId="{C22D58C6-996C-4AEC-BC5E-C02AB07C2ECC}" srcId="{24308674-0CA9-48C6-B110-96F48C1A7B17}" destId="{85E74CFF-0E59-4133-B92F-D27DB24E4D5C}" srcOrd="2" destOrd="0" parTransId="{3391CC0A-5F44-4EC9-A65D-EAE0C8FC545D}" sibTransId="{1E1F9549-603E-4667-99FA-F411F9D25A5B}"/>
    <dgm:cxn modelId="{7EC6B8CD-BACA-471F-B4F2-D6E4E9DC197B}" type="presOf" srcId="{85E74CFF-0E59-4133-B92F-D27DB24E4D5C}" destId="{6C24D3AD-F25C-4C62-86B8-4E622E05078D}" srcOrd="0" destOrd="0" presId="urn:microsoft.com/office/officeart/2008/layout/LinedList"/>
    <dgm:cxn modelId="{4F7A01D3-EE9A-4E4E-837E-4231F040E930}" srcId="{24308674-0CA9-48C6-B110-96F48C1A7B17}" destId="{5DF0ED32-D360-4B41-8BD6-7BC9D0BA7BD3}" srcOrd="3" destOrd="0" parTransId="{B57B06C5-F256-4B64-B748-BA6409653F37}" sibTransId="{74D72837-11DC-49A8-B35C-D92ED73D920B}"/>
    <dgm:cxn modelId="{9E45FEE2-B08A-403B-AC24-35BEC3D9B581}" srcId="{24308674-0CA9-48C6-B110-96F48C1A7B17}" destId="{1BEB238E-4E78-48C2-BF25-140AD0451D94}" srcOrd="4" destOrd="0" parTransId="{4C05C569-B253-440E-B11B-C32B273E56A7}" sibTransId="{1A161BA5-3839-4EAE-BF14-DD88B2621944}"/>
    <dgm:cxn modelId="{0C457F29-4BA2-44E8-87CF-0312968BA272}" type="presParOf" srcId="{B37E782D-F6F9-4159-BBD8-CD7B0F4EAD97}" destId="{2534A0D6-D1ED-4D6B-B26A-B69E466186F5}" srcOrd="0" destOrd="0" presId="urn:microsoft.com/office/officeart/2008/layout/LinedList"/>
    <dgm:cxn modelId="{93820B78-E9E2-4C52-9204-EC9D30ECA4CC}" type="presParOf" srcId="{B37E782D-F6F9-4159-BBD8-CD7B0F4EAD97}" destId="{F114D22C-1D0B-42BB-870A-EC7470444FDA}" srcOrd="1" destOrd="0" presId="urn:microsoft.com/office/officeart/2008/layout/LinedList"/>
    <dgm:cxn modelId="{A7FBE786-5B38-4596-836D-4380F2A3D5B0}" type="presParOf" srcId="{F114D22C-1D0B-42BB-870A-EC7470444FDA}" destId="{81590148-FFF9-406D-8233-7BE303D6D589}" srcOrd="0" destOrd="0" presId="urn:microsoft.com/office/officeart/2008/layout/LinedList"/>
    <dgm:cxn modelId="{5058052F-EF79-46EB-AEE9-481CE8D187B7}" type="presParOf" srcId="{F114D22C-1D0B-42BB-870A-EC7470444FDA}" destId="{DD187F33-7EC1-4DA1-A34A-E55AB1FA5079}" srcOrd="1" destOrd="0" presId="urn:microsoft.com/office/officeart/2008/layout/LinedList"/>
    <dgm:cxn modelId="{31FD8127-47A6-4E2F-9826-EB8710821767}" type="presParOf" srcId="{B37E782D-F6F9-4159-BBD8-CD7B0F4EAD97}" destId="{AB387684-65E9-42C3-997D-FDFA9078AF4E}" srcOrd="2" destOrd="0" presId="urn:microsoft.com/office/officeart/2008/layout/LinedList"/>
    <dgm:cxn modelId="{174A57DD-894A-4DBF-BD79-4F18B24DBA86}" type="presParOf" srcId="{B37E782D-F6F9-4159-BBD8-CD7B0F4EAD97}" destId="{C678F026-C44A-444B-8303-0378387A586B}" srcOrd="3" destOrd="0" presId="urn:microsoft.com/office/officeart/2008/layout/LinedList"/>
    <dgm:cxn modelId="{37299275-5D15-4A71-837A-086796E9F24E}" type="presParOf" srcId="{C678F026-C44A-444B-8303-0378387A586B}" destId="{FAD159E8-D51A-4F2F-8EEA-118E8FA922D6}" srcOrd="0" destOrd="0" presId="urn:microsoft.com/office/officeart/2008/layout/LinedList"/>
    <dgm:cxn modelId="{899A13B0-9B2C-4FF5-9142-A71FB5A2D9D7}" type="presParOf" srcId="{C678F026-C44A-444B-8303-0378387A586B}" destId="{EA49F31A-E34A-4E36-8120-D1DD2FBAF281}" srcOrd="1" destOrd="0" presId="urn:microsoft.com/office/officeart/2008/layout/LinedList"/>
    <dgm:cxn modelId="{E48CDB16-A50A-4935-921E-27EBB2222C69}" type="presParOf" srcId="{B37E782D-F6F9-4159-BBD8-CD7B0F4EAD97}" destId="{7CA168EE-31C7-47F6-882D-5D40191DFE9C}" srcOrd="4" destOrd="0" presId="urn:microsoft.com/office/officeart/2008/layout/LinedList"/>
    <dgm:cxn modelId="{C11EE9FA-3388-46DF-AD51-13A0659D9A76}" type="presParOf" srcId="{B37E782D-F6F9-4159-BBD8-CD7B0F4EAD97}" destId="{088F5EA9-2563-4777-98E7-DC45D413F4C1}" srcOrd="5" destOrd="0" presId="urn:microsoft.com/office/officeart/2008/layout/LinedList"/>
    <dgm:cxn modelId="{1A357FF1-D7FF-4DCD-B0AA-2A22362E8D80}" type="presParOf" srcId="{088F5EA9-2563-4777-98E7-DC45D413F4C1}" destId="{6C24D3AD-F25C-4C62-86B8-4E622E05078D}" srcOrd="0" destOrd="0" presId="urn:microsoft.com/office/officeart/2008/layout/LinedList"/>
    <dgm:cxn modelId="{2B12AC76-98A3-469F-9E9C-150978A7AC01}" type="presParOf" srcId="{088F5EA9-2563-4777-98E7-DC45D413F4C1}" destId="{974A64AA-EBA6-474F-B9C7-7AFCFB977106}" srcOrd="1" destOrd="0" presId="urn:microsoft.com/office/officeart/2008/layout/LinedList"/>
    <dgm:cxn modelId="{BC84AFE3-A8DA-4A8F-897C-2EF77F484B9C}" type="presParOf" srcId="{B37E782D-F6F9-4159-BBD8-CD7B0F4EAD97}" destId="{04C5C88D-AFA5-49AE-80A0-B413E3AB2028}" srcOrd="6" destOrd="0" presId="urn:microsoft.com/office/officeart/2008/layout/LinedList"/>
    <dgm:cxn modelId="{B2AC7D88-7BA3-41F9-8158-41AAF950C91D}" type="presParOf" srcId="{B37E782D-F6F9-4159-BBD8-CD7B0F4EAD97}" destId="{3CAFC912-D89D-40E1-9724-1D5036E740E9}" srcOrd="7" destOrd="0" presId="urn:microsoft.com/office/officeart/2008/layout/LinedList"/>
    <dgm:cxn modelId="{56F0E9E2-71A5-47E6-BC42-2C83D3512449}" type="presParOf" srcId="{3CAFC912-D89D-40E1-9724-1D5036E740E9}" destId="{DE1F6F1C-7823-4258-AC0B-30F16EAE39EB}" srcOrd="0" destOrd="0" presId="urn:microsoft.com/office/officeart/2008/layout/LinedList"/>
    <dgm:cxn modelId="{F5BEC036-F796-43E2-B8C5-96E321750BB5}" type="presParOf" srcId="{3CAFC912-D89D-40E1-9724-1D5036E740E9}" destId="{D16C36FB-0DC4-4C13-91DF-A90FE09A19F9}" srcOrd="1" destOrd="0" presId="urn:microsoft.com/office/officeart/2008/layout/LinedList"/>
    <dgm:cxn modelId="{16EB06CF-75BD-4FFF-B9E0-E01F5836F39B}" type="presParOf" srcId="{B37E782D-F6F9-4159-BBD8-CD7B0F4EAD97}" destId="{8D52619E-51B8-4FEF-A5C0-CA869FECD68B}" srcOrd="8" destOrd="0" presId="urn:microsoft.com/office/officeart/2008/layout/LinedList"/>
    <dgm:cxn modelId="{40C164F4-C08E-4B10-890D-BFCA7F0FF08E}" type="presParOf" srcId="{B37E782D-F6F9-4159-BBD8-CD7B0F4EAD97}" destId="{7A7712DB-6DA6-4999-B90F-C6B86B43162A}" srcOrd="9" destOrd="0" presId="urn:microsoft.com/office/officeart/2008/layout/LinedList"/>
    <dgm:cxn modelId="{35B71E98-59C7-40B7-A3AD-E38DCD614EC6}" type="presParOf" srcId="{7A7712DB-6DA6-4999-B90F-C6B86B43162A}" destId="{E6996F81-95C7-4566-A7F2-3AEE29C80767}" srcOrd="0" destOrd="0" presId="urn:microsoft.com/office/officeart/2008/layout/LinedList"/>
    <dgm:cxn modelId="{94EDDA9D-B6D1-40D4-A963-196ACD2818FB}" type="presParOf" srcId="{7A7712DB-6DA6-4999-B90F-C6B86B43162A}" destId="{1B403E5B-F11F-49BB-AD04-07269A313E16}" srcOrd="1" destOrd="0" presId="urn:microsoft.com/office/officeart/2008/layout/LinedList"/>
    <dgm:cxn modelId="{418CE29F-C006-4438-8C7F-BA48DE45B736}" type="presParOf" srcId="{B37E782D-F6F9-4159-BBD8-CD7B0F4EAD97}" destId="{E3D97D9F-3955-4CB4-B5CF-1E52F1762C93}" srcOrd="10" destOrd="0" presId="urn:microsoft.com/office/officeart/2008/layout/LinedList"/>
    <dgm:cxn modelId="{1E6AC33E-219F-4CDB-8219-3686104D9BD5}" type="presParOf" srcId="{B37E782D-F6F9-4159-BBD8-CD7B0F4EAD97}" destId="{2D5DEA1A-06C6-4C21-B997-70E3C68BC0C0}" srcOrd="11" destOrd="0" presId="urn:microsoft.com/office/officeart/2008/layout/LinedList"/>
    <dgm:cxn modelId="{ABA281BF-21FC-40DE-90C7-5022104C1D14}" type="presParOf" srcId="{2D5DEA1A-06C6-4C21-B997-70E3C68BC0C0}" destId="{2B75ABF3-B8F8-451D-8A0D-0B48C5D63A68}" srcOrd="0" destOrd="0" presId="urn:microsoft.com/office/officeart/2008/layout/LinedList"/>
    <dgm:cxn modelId="{B372F91F-C609-4C40-B345-D1DE288802D8}" type="presParOf" srcId="{2D5DEA1A-06C6-4C21-B997-70E3C68BC0C0}" destId="{78E6D704-4156-4E37-900D-33925C3295F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E6C5D98-325B-4D19-98D9-936198AF8988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0FDEEC6-6A0F-4EA6-BDE1-357515EE15D6}">
      <dgm:prSet/>
      <dgm:spPr/>
      <dgm:t>
        <a:bodyPr/>
        <a:lstStyle/>
        <a:p>
          <a:r>
            <a:rPr lang="en-US" b="0" i="0" baseline="0"/>
            <a:t>The GitHub repository contains:</a:t>
          </a:r>
          <a:endParaRPr lang="en-US"/>
        </a:p>
      </dgm:t>
    </dgm:pt>
    <dgm:pt modelId="{FC991267-F2F7-4A31-9364-1F4A9ED6747A}" type="parTrans" cxnId="{807C7E98-68CA-46AC-887B-3743636BB2C1}">
      <dgm:prSet/>
      <dgm:spPr/>
      <dgm:t>
        <a:bodyPr/>
        <a:lstStyle/>
        <a:p>
          <a:endParaRPr lang="en-US"/>
        </a:p>
      </dgm:t>
    </dgm:pt>
    <dgm:pt modelId="{8D068D8A-E481-40F0-AB4B-EB85DA69F0F6}" type="sibTrans" cxnId="{807C7E98-68CA-46AC-887B-3743636BB2C1}">
      <dgm:prSet/>
      <dgm:spPr/>
      <dgm:t>
        <a:bodyPr/>
        <a:lstStyle/>
        <a:p>
          <a:endParaRPr lang="en-US"/>
        </a:p>
      </dgm:t>
    </dgm:pt>
    <dgm:pt modelId="{8741DBDD-A4A1-44F8-A6A5-26DB33D0BE7C}">
      <dgm:prSet/>
      <dgm:spPr/>
      <dgm:t>
        <a:bodyPr/>
        <a:lstStyle/>
        <a:p>
          <a:r>
            <a:rPr lang="en-US" b="0" i="0" baseline="0"/>
            <a:t>conference_database.sql — schema + sample data</a:t>
          </a:r>
          <a:endParaRPr lang="en-US"/>
        </a:p>
      </dgm:t>
    </dgm:pt>
    <dgm:pt modelId="{62F4B0D9-C481-443F-B4B0-77A35F76D8A8}" type="parTrans" cxnId="{B29179ED-649C-45B7-AA35-EFD902B289C8}">
      <dgm:prSet/>
      <dgm:spPr/>
      <dgm:t>
        <a:bodyPr/>
        <a:lstStyle/>
        <a:p>
          <a:endParaRPr lang="en-US"/>
        </a:p>
      </dgm:t>
    </dgm:pt>
    <dgm:pt modelId="{819A32E7-DB25-45A5-88BD-88273A317B9A}" type="sibTrans" cxnId="{B29179ED-649C-45B7-AA35-EFD902B289C8}">
      <dgm:prSet/>
      <dgm:spPr/>
      <dgm:t>
        <a:bodyPr/>
        <a:lstStyle/>
        <a:p>
          <a:endParaRPr lang="en-US"/>
        </a:p>
      </dgm:t>
    </dgm:pt>
    <dgm:pt modelId="{C5DBAC37-4EEF-43FF-8DD8-7DF271052880}">
      <dgm:prSet/>
      <dgm:spPr/>
      <dgm:t>
        <a:bodyPr/>
        <a:lstStyle/>
        <a:p>
          <a:r>
            <a:rPr lang="en-US" b="0" i="0" baseline="0"/>
            <a:t>queries.sql — query demonstration script</a:t>
          </a:r>
          <a:endParaRPr lang="en-US"/>
        </a:p>
      </dgm:t>
    </dgm:pt>
    <dgm:pt modelId="{3372256F-8D4A-4B42-908B-414BBEEFD402}" type="parTrans" cxnId="{1B5AEED7-1F4C-4B2B-9C1A-171984677412}">
      <dgm:prSet/>
      <dgm:spPr/>
      <dgm:t>
        <a:bodyPr/>
        <a:lstStyle/>
        <a:p>
          <a:endParaRPr lang="en-US"/>
        </a:p>
      </dgm:t>
    </dgm:pt>
    <dgm:pt modelId="{C65FD285-FA76-4CC5-AA17-ACBC18407D25}" type="sibTrans" cxnId="{1B5AEED7-1F4C-4B2B-9C1A-171984677412}">
      <dgm:prSet/>
      <dgm:spPr/>
      <dgm:t>
        <a:bodyPr/>
        <a:lstStyle/>
        <a:p>
          <a:endParaRPr lang="en-US"/>
        </a:p>
      </dgm:t>
    </dgm:pt>
    <dgm:pt modelId="{B56E4C6B-3068-4D1C-A845-D456F8BEAC01}">
      <dgm:prSet/>
      <dgm:spPr/>
      <dgm:t>
        <a:bodyPr/>
        <a:lstStyle/>
        <a:p>
          <a:r>
            <a:rPr lang="en-US" b="0" i="0" baseline="0"/>
            <a:t>app.py — interactive application layer</a:t>
          </a:r>
          <a:endParaRPr lang="en-US"/>
        </a:p>
      </dgm:t>
    </dgm:pt>
    <dgm:pt modelId="{5A17E831-A406-4AC2-90F2-2D297F7BCC4F}" type="parTrans" cxnId="{C7EE5E29-00E3-492B-95AB-EA7BD5887858}">
      <dgm:prSet/>
      <dgm:spPr/>
      <dgm:t>
        <a:bodyPr/>
        <a:lstStyle/>
        <a:p>
          <a:endParaRPr lang="en-US"/>
        </a:p>
      </dgm:t>
    </dgm:pt>
    <dgm:pt modelId="{8101D93C-2DEA-478C-A802-1DFF444F6941}" type="sibTrans" cxnId="{C7EE5E29-00E3-492B-95AB-EA7BD5887858}">
      <dgm:prSet/>
      <dgm:spPr/>
      <dgm:t>
        <a:bodyPr/>
        <a:lstStyle/>
        <a:p>
          <a:endParaRPr lang="en-US"/>
        </a:p>
      </dgm:t>
    </dgm:pt>
    <dgm:pt modelId="{770115C1-912F-478F-ADE4-E5397C58B90B}">
      <dgm:prSet/>
      <dgm:spPr/>
      <dgm:t>
        <a:bodyPr/>
        <a:lstStyle/>
        <a:p>
          <a:r>
            <a:rPr lang="en-US" b="0" i="0" baseline="0"/>
            <a:t>README.md — documentation and setup instructions</a:t>
          </a:r>
          <a:endParaRPr lang="en-US"/>
        </a:p>
      </dgm:t>
    </dgm:pt>
    <dgm:pt modelId="{D1AE9133-34CB-4F66-AB3E-0FFA4AA0A16E}" type="parTrans" cxnId="{4A3DFD39-730C-42A2-81B9-1E6F35C5E503}">
      <dgm:prSet/>
      <dgm:spPr/>
      <dgm:t>
        <a:bodyPr/>
        <a:lstStyle/>
        <a:p>
          <a:endParaRPr lang="en-US"/>
        </a:p>
      </dgm:t>
    </dgm:pt>
    <dgm:pt modelId="{D80BD9D5-A10F-480D-A171-4858E17DC058}" type="sibTrans" cxnId="{4A3DFD39-730C-42A2-81B9-1E6F35C5E503}">
      <dgm:prSet/>
      <dgm:spPr/>
      <dgm:t>
        <a:bodyPr/>
        <a:lstStyle/>
        <a:p>
          <a:endParaRPr lang="en-US"/>
        </a:p>
      </dgm:t>
    </dgm:pt>
    <dgm:pt modelId="{A5542380-9F17-4A32-98EB-5771A2F574DC}">
      <dgm:prSet/>
      <dgm:spPr/>
      <dgm:t>
        <a:bodyPr/>
        <a:lstStyle/>
        <a:p>
          <a:r>
            <a:rPr lang="en-US" b="0" i="0" baseline="0"/>
            <a:t>/slides — presentation files</a:t>
          </a:r>
          <a:endParaRPr lang="en-US"/>
        </a:p>
      </dgm:t>
    </dgm:pt>
    <dgm:pt modelId="{F31C59F9-60C4-483A-AD55-AFEF09E4F114}" type="parTrans" cxnId="{63ECC111-3A63-44EF-9D3F-C6DF673FAE1E}">
      <dgm:prSet/>
      <dgm:spPr/>
      <dgm:t>
        <a:bodyPr/>
        <a:lstStyle/>
        <a:p>
          <a:endParaRPr lang="en-US"/>
        </a:p>
      </dgm:t>
    </dgm:pt>
    <dgm:pt modelId="{8F66DD4E-D4A2-41E4-AF42-0158A27EFFDA}" type="sibTrans" cxnId="{63ECC111-3A63-44EF-9D3F-C6DF673FAE1E}">
      <dgm:prSet/>
      <dgm:spPr/>
      <dgm:t>
        <a:bodyPr/>
        <a:lstStyle/>
        <a:p>
          <a:endParaRPr lang="en-US"/>
        </a:p>
      </dgm:t>
    </dgm:pt>
    <dgm:pt modelId="{F0C90A89-EF2A-47F4-9233-CF8B2F090DDE}" type="pres">
      <dgm:prSet presAssocID="{1E6C5D98-325B-4D19-98D9-936198AF8988}" presName="linear" presStyleCnt="0">
        <dgm:presLayoutVars>
          <dgm:dir/>
          <dgm:animLvl val="lvl"/>
          <dgm:resizeHandles val="exact"/>
        </dgm:presLayoutVars>
      </dgm:prSet>
      <dgm:spPr/>
    </dgm:pt>
    <dgm:pt modelId="{73B6277F-A96D-495D-B1F3-9C6B24939DD4}" type="pres">
      <dgm:prSet presAssocID="{30FDEEC6-6A0F-4EA6-BDE1-357515EE15D6}" presName="parentLin" presStyleCnt="0"/>
      <dgm:spPr/>
    </dgm:pt>
    <dgm:pt modelId="{189CE3D0-1B0A-45CE-82FC-86BD50577FB5}" type="pres">
      <dgm:prSet presAssocID="{30FDEEC6-6A0F-4EA6-BDE1-357515EE15D6}" presName="parentLeftMargin" presStyleLbl="node1" presStyleIdx="0" presStyleCnt="6"/>
      <dgm:spPr/>
    </dgm:pt>
    <dgm:pt modelId="{CE153DD6-8316-4582-8E85-59A26F75745B}" type="pres">
      <dgm:prSet presAssocID="{30FDEEC6-6A0F-4EA6-BDE1-357515EE15D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9541703-FDF9-4C56-B642-875C2D9E7AFB}" type="pres">
      <dgm:prSet presAssocID="{30FDEEC6-6A0F-4EA6-BDE1-357515EE15D6}" presName="negativeSpace" presStyleCnt="0"/>
      <dgm:spPr/>
    </dgm:pt>
    <dgm:pt modelId="{1FAC1F16-B528-48B2-BB2A-1626EA766588}" type="pres">
      <dgm:prSet presAssocID="{30FDEEC6-6A0F-4EA6-BDE1-357515EE15D6}" presName="childText" presStyleLbl="conFgAcc1" presStyleIdx="0" presStyleCnt="6">
        <dgm:presLayoutVars>
          <dgm:bulletEnabled val="1"/>
        </dgm:presLayoutVars>
      </dgm:prSet>
      <dgm:spPr/>
    </dgm:pt>
    <dgm:pt modelId="{FF314CA5-8CE6-41AB-A422-4381B842837A}" type="pres">
      <dgm:prSet presAssocID="{8D068D8A-E481-40F0-AB4B-EB85DA69F0F6}" presName="spaceBetweenRectangles" presStyleCnt="0"/>
      <dgm:spPr/>
    </dgm:pt>
    <dgm:pt modelId="{9FEBB028-A772-4323-941A-8E018ADD9CC2}" type="pres">
      <dgm:prSet presAssocID="{8741DBDD-A4A1-44F8-A6A5-26DB33D0BE7C}" presName="parentLin" presStyleCnt="0"/>
      <dgm:spPr/>
    </dgm:pt>
    <dgm:pt modelId="{510AFADD-D1D4-4738-B117-AC4845BBBA17}" type="pres">
      <dgm:prSet presAssocID="{8741DBDD-A4A1-44F8-A6A5-26DB33D0BE7C}" presName="parentLeftMargin" presStyleLbl="node1" presStyleIdx="0" presStyleCnt="6"/>
      <dgm:spPr/>
    </dgm:pt>
    <dgm:pt modelId="{496EF151-3820-4612-B9BF-A38C6CE2DFFE}" type="pres">
      <dgm:prSet presAssocID="{8741DBDD-A4A1-44F8-A6A5-26DB33D0BE7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D4AB6F3-DF9A-4255-B5FC-EE8F9DC5C273}" type="pres">
      <dgm:prSet presAssocID="{8741DBDD-A4A1-44F8-A6A5-26DB33D0BE7C}" presName="negativeSpace" presStyleCnt="0"/>
      <dgm:spPr/>
    </dgm:pt>
    <dgm:pt modelId="{5F2FC15C-88DA-427D-B3A4-6EF109BAA562}" type="pres">
      <dgm:prSet presAssocID="{8741DBDD-A4A1-44F8-A6A5-26DB33D0BE7C}" presName="childText" presStyleLbl="conFgAcc1" presStyleIdx="1" presStyleCnt="6">
        <dgm:presLayoutVars>
          <dgm:bulletEnabled val="1"/>
        </dgm:presLayoutVars>
      </dgm:prSet>
      <dgm:spPr/>
    </dgm:pt>
    <dgm:pt modelId="{913A5888-4466-4A43-876E-AAD8D1AEE1B1}" type="pres">
      <dgm:prSet presAssocID="{819A32E7-DB25-45A5-88BD-88273A317B9A}" presName="spaceBetweenRectangles" presStyleCnt="0"/>
      <dgm:spPr/>
    </dgm:pt>
    <dgm:pt modelId="{C701E163-4E15-461B-8EB3-A1879A3A9C89}" type="pres">
      <dgm:prSet presAssocID="{C5DBAC37-4EEF-43FF-8DD8-7DF271052880}" presName="parentLin" presStyleCnt="0"/>
      <dgm:spPr/>
    </dgm:pt>
    <dgm:pt modelId="{EB901A48-C35D-4F19-A87B-74F69D0B8913}" type="pres">
      <dgm:prSet presAssocID="{C5DBAC37-4EEF-43FF-8DD8-7DF271052880}" presName="parentLeftMargin" presStyleLbl="node1" presStyleIdx="1" presStyleCnt="6"/>
      <dgm:spPr/>
    </dgm:pt>
    <dgm:pt modelId="{9AD5BCDD-2ABE-4D6A-AA59-A351AB394D9B}" type="pres">
      <dgm:prSet presAssocID="{C5DBAC37-4EEF-43FF-8DD8-7DF27105288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B327534-0758-468E-8236-A34BC0526815}" type="pres">
      <dgm:prSet presAssocID="{C5DBAC37-4EEF-43FF-8DD8-7DF271052880}" presName="negativeSpace" presStyleCnt="0"/>
      <dgm:spPr/>
    </dgm:pt>
    <dgm:pt modelId="{80A677C0-D2E1-496D-BEC5-79E477BE2BF2}" type="pres">
      <dgm:prSet presAssocID="{C5DBAC37-4EEF-43FF-8DD8-7DF271052880}" presName="childText" presStyleLbl="conFgAcc1" presStyleIdx="2" presStyleCnt="6">
        <dgm:presLayoutVars>
          <dgm:bulletEnabled val="1"/>
        </dgm:presLayoutVars>
      </dgm:prSet>
      <dgm:spPr/>
    </dgm:pt>
    <dgm:pt modelId="{AE1A4CA9-96E1-4AB7-A2BC-8D66FDF8795E}" type="pres">
      <dgm:prSet presAssocID="{C65FD285-FA76-4CC5-AA17-ACBC18407D25}" presName="spaceBetweenRectangles" presStyleCnt="0"/>
      <dgm:spPr/>
    </dgm:pt>
    <dgm:pt modelId="{D42E8A64-C12F-4DD8-A2DA-7D7BC574A13E}" type="pres">
      <dgm:prSet presAssocID="{B56E4C6B-3068-4D1C-A845-D456F8BEAC01}" presName="parentLin" presStyleCnt="0"/>
      <dgm:spPr/>
    </dgm:pt>
    <dgm:pt modelId="{59C31F8D-3342-4729-BFD0-F67219B7F8BA}" type="pres">
      <dgm:prSet presAssocID="{B56E4C6B-3068-4D1C-A845-D456F8BEAC01}" presName="parentLeftMargin" presStyleLbl="node1" presStyleIdx="2" presStyleCnt="6"/>
      <dgm:spPr/>
    </dgm:pt>
    <dgm:pt modelId="{ED2D3BB5-F989-4476-BA13-8A49519D0871}" type="pres">
      <dgm:prSet presAssocID="{B56E4C6B-3068-4D1C-A845-D456F8BEAC0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8AAE103-09EC-4E59-92E0-AB7A4ECAA383}" type="pres">
      <dgm:prSet presAssocID="{B56E4C6B-3068-4D1C-A845-D456F8BEAC01}" presName="negativeSpace" presStyleCnt="0"/>
      <dgm:spPr/>
    </dgm:pt>
    <dgm:pt modelId="{2C7657C0-0AB1-4007-B8DF-1662E7DD7E2A}" type="pres">
      <dgm:prSet presAssocID="{B56E4C6B-3068-4D1C-A845-D456F8BEAC01}" presName="childText" presStyleLbl="conFgAcc1" presStyleIdx="3" presStyleCnt="6">
        <dgm:presLayoutVars>
          <dgm:bulletEnabled val="1"/>
        </dgm:presLayoutVars>
      </dgm:prSet>
      <dgm:spPr/>
    </dgm:pt>
    <dgm:pt modelId="{E259AFD9-4C17-4904-81DC-65DFB1F484AD}" type="pres">
      <dgm:prSet presAssocID="{8101D93C-2DEA-478C-A802-1DFF444F6941}" presName="spaceBetweenRectangles" presStyleCnt="0"/>
      <dgm:spPr/>
    </dgm:pt>
    <dgm:pt modelId="{ECB5C7DB-A593-48D6-BABC-F40E69D7A78F}" type="pres">
      <dgm:prSet presAssocID="{770115C1-912F-478F-ADE4-E5397C58B90B}" presName="parentLin" presStyleCnt="0"/>
      <dgm:spPr/>
    </dgm:pt>
    <dgm:pt modelId="{4DDDABBE-6839-4FB9-9098-9E4217FF748F}" type="pres">
      <dgm:prSet presAssocID="{770115C1-912F-478F-ADE4-E5397C58B90B}" presName="parentLeftMargin" presStyleLbl="node1" presStyleIdx="3" presStyleCnt="6"/>
      <dgm:spPr/>
    </dgm:pt>
    <dgm:pt modelId="{E3C841E7-57D2-4767-994B-507C19403E8C}" type="pres">
      <dgm:prSet presAssocID="{770115C1-912F-478F-ADE4-E5397C58B90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F942A30-4D59-4B77-9CBD-4C7575808539}" type="pres">
      <dgm:prSet presAssocID="{770115C1-912F-478F-ADE4-E5397C58B90B}" presName="negativeSpace" presStyleCnt="0"/>
      <dgm:spPr/>
    </dgm:pt>
    <dgm:pt modelId="{76758EFA-9BD5-48A6-8F68-C0AFA44652C2}" type="pres">
      <dgm:prSet presAssocID="{770115C1-912F-478F-ADE4-E5397C58B90B}" presName="childText" presStyleLbl="conFgAcc1" presStyleIdx="4" presStyleCnt="6">
        <dgm:presLayoutVars>
          <dgm:bulletEnabled val="1"/>
        </dgm:presLayoutVars>
      </dgm:prSet>
      <dgm:spPr/>
    </dgm:pt>
    <dgm:pt modelId="{B4EEA91D-8DC4-4964-8626-FCDD869E8A8D}" type="pres">
      <dgm:prSet presAssocID="{D80BD9D5-A10F-480D-A171-4858E17DC058}" presName="spaceBetweenRectangles" presStyleCnt="0"/>
      <dgm:spPr/>
    </dgm:pt>
    <dgm:pt modelId="{156BD145-9831-449C-8336-5905BB9284B7}" type="pres">
      <dgm:prSet presAssocID="{A5542380-9F17-4A32-98EB-5771A2F574DC}" presName="parentLin" presStyleCnt="0"/>
      <dgm:spPr/>
    </dgm:pt>
    <dgm:pt modelId="{1A13E9E8-97F0-4C2A-810C-A9E3D4AC6E70}" type="pres">
      <dgm:prSet presAssocID="{A5542380-9F17-4A32-98EB-5771A2F574DC}" presName="parentLeftMargin" presStyleLbl="node1" presStyleIdx="4" presStyleCnt="6"/>
      <dgm:spPr/>
    </dgm:pt>
    <dgm:pt modelId="{C749B522-BDF6-4826-BCC1-70E34187A390}" type="pres">
      <dgm:prSet presAssocID="{A5542380-9F17-4A32-98EB-5771A2F574DC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880507E8-DE07-47B7-810D-DE1CCF8A8F47}" type="pres">
      <dgm:prSet presAssocID="{A5542380-9F17-4A32-98EB-5771A2F574DC}" presName="negativeSpace" presStyleCnt="0"/>
      <dgm:spPr/>
    </dgm:pt>
    <dgm:pt modelId="{4CC6A8A0-D40C-4490-92D3-CCFFCBCC7B2A}" type="pres">
      <dgm:prSet presAssocID="{A5542380-9F17-4A32-98EB-5771A2F574DC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FE43E60D-71A5-4BE0-8265-E94DC7EBECB5}" type="presOf" srcId="{C5DBAC37-4EEF-43FF-8DD8-7DF271052880}" destId="{EB901A48-C35D-4F19-A87B-74F69D0B8913}" srcOrd="0" destOrd="0" presId="urn:microsoft.com/office/officeart/2005/8/layout/list1"/>
    <dgm:cxn modelId="{63ECC111-3A63-44EF-9D3F-C6DF673FAE1E}" srcId="{1E6C5D98-325B-4D19-98D9-936198AF8988}" destId="{A5542380-9F17-4A32-98EB-5771A2F574DC}" srcOrd="5" destOrd="0" parTransId="{F31C59F9-60C4-483A-AD55-AFEF09E4F114}" sibTransId="{8F66DD4E-D4A2-41E4-AF42-0158A27EFFDA}"/>
    <dgm:cxn modelId="{C7EE5E29-00E3-492B-95AB-EA7BD5887858}" srcId="{1E6C5D98-325B-4D19-98D9-936198AF8988}" destId="{B56E4C6B-3068-4D1C-A845-D456F8BEAC01}" srcOrd="3" destOrd="0" parTransId="{5A17E831-A406-4AC2-90F2-2D297F7BCC4F}" sibTransId="{8101D93C-2DEA-478C-A802-1DFF444F6941}"/>
    <dgm:cxn modelId="{7F0C2932-6789-4306-8A6F-75EF0DA06FAB}" type="presOf" srcId="{30FDEEC6-6A0F-4EA6-BDE1-357515EE15D6}" destId="{CE153DD6-8316-4582-8E85-59A26F75745B}" srcOrd="1" destOrd="0" presId="urn:microsoft.com/office/officeart/2005/8/layout/list1"/>
    <dgm:cxn modelId="{4A3DFD39-730C-42A2-81B9-1E6F35C5E503}" srcId="{1E6C5D98-325B-4D19-98D9-936198AF8988}" destId="{770115C1-912F-478F-ADE4-E5397C58B90B}" srcOrd="4" destOrd="0" parTransId="{D1AE9133-34CB-4F66-AB3E-0FFA4AA0A16E}" sibTransId="{D80BD9D5-A10F-480D-A171-4858E17DC058}"/>
    <dgm:cxn modelId="{92745868-ED8A-4B61-8BEF-10915442EF25}" type="presOf" srcId="{B56E4C6B-3068-4D1C-A845-D456F8BEAC01}" destId="{59C31F8D-3342-4729-BFD0-F67219B7F8BA}" srcOrd="0" destOrd="0" presId="urn:microsoft.com/office/officeart/2005/8/layout/list1"/>
    <dgm:cxn modelId="{4242346D-8EC5-4DD1-84FF-483642D5A355}" type="presOf" srcId="{B56E4C6B-3068-4D1C-A845-D456F8BEAC01}" destId="{ED2D3BB5-F989-4476-BA13-8A49519D0871}" srcOrd="1" destOrd="0" presId="urn:microsoft.com/office/officeart/2005/8/layout/list1"/>
    <dgm:cxn modelId="{5AA0E070-8E78-4194-8840-28B83D7C2A79}" type="presOf" srcId="{1E6C5D98-325B-4D19-98D9-936198AF8988}" destId="{F0C90A89-EF2A-47F4-9233-CF8B2F090DDE}" srcOrd="0" destOrd="0" presId="urn:microsoft.com/office/officeart/2005/8/layout/list1"/>
    <dgm:cxn modelId="{10DE2058-166F-4A49-AD15-2CD2863B5C3F}" type="presOf" srcId="{A5542380-9F17-4A32-98EB-5771A2F574DC}" destId="{C749B522-BDF6-4826-BCC1-70E34187A390}" srcOrd="1" destOrd="0" presId="urn:microsoft.com/office/officeart/2005/8/layout/list1"/>
    <dgm:cxn modelId="{807C7E98-68CA-46AC-887B-3743636BB2C1}" srcId="{1E6C5D98-325B-4D19-98D9-936198AF8988}" destId="{30FDEEC6-6A0F-4EA6-BDE1-357515EE15D6}" srcOrd="0" destOrd="0" parTransId="{FC991267-F2F7-4A31-9364-1F4A9ED6747A}" sibTransId="{8D068D8A-E481-40F0-AB4B-EB85DA69F0F6}"/>
    <dgm:cxn modelId="{FFE81F9B-40AD-4098-98C3-2145DDE1EE55}" type="presOf" srcId="{8741DBDD-A4A1-44F8-A6A5-26DB33D0BE7C}" destId="{510AFADD-D1D4-4738-B117-AC4845BBBA17}" srcOrd="0" destOrd="0" presId="urn:microsoft.com/office/officeart/2005/8/layout/list1"/>
    <dgm:cxn modelId="{7AD2F79D-99FD-4ACA-ABBF-7240A5A048B1}" type="presOf" srcId="{8741DBDD-A4A1-44F8-A6A5-26DB33D0BE7C}" destId="{496EF151-3820-4612-B9BF-A38C6CE2DFFE}" srcOrd="1" destOrd="0" presId="urn:microsoft.com/office/officeart/2005/8/layout/list1"/>
    <dgm:cxn modelId="{8C70BDA5-FE4F-4CFF-BB08-1E224E2BD1B8}" type="presOf" srcId="{770115C1-912F-478F-ADE4-E5397C58B90B}" destId="{E3C841E7-57D2-4767-994B-507C19403E8C}" srcOrd="1" destOrd="0" presId="urn:microsoft.com/office/officeart/2005/8/layout/list1"/>
    <dgm:cxn modelId="{9D75F4BC-4745-4D9C-89BD-ADA1463D2494}" type="presOf" srcId="{30FDEEC6-6A0F-4EA6-BDE1-357515EE15D6}" destId="{189CE3D0-1B0A-45CE-82FC-86BD50577FB5}" srcOrd="0" destOrd="0" presId="urn:microsoft.com/office/officeart/2005/8/layout/list1"/>
    <dgm:cxn modelId="{1B5AEED7-1F4C-4B2B-9C1A-171984677412}" srcId="{1E6C5D98-325B-4D19-98D9-936198AF8988}" destId="{C5DBAC37-4EEF-43FF-8DD8-7DF271052880}" srcOrd="2" destOrd="0" parTransId="{3372256F-8D4A-4B42-908B-414BBEEFD402}" sibTransId="{C65FD285-FA76-4CC5-AA17-ACBC18407D25}"/>
    <dgm:cxn modelId="{E1854AE6-3F0D-49B4-8689-59BAA53D3225}" type="presOf" srcId="{A5542380-9F17-4A32-98EB-5771A2F574DC}" destId="{1A13E9E8-97F0-4C2A-810C-A9E3D4AC6E70}" srcOrd="0" destOrd="0" presId="urn:microsoft.com/office/officeart/2005/8/layout/list1"/>
    <dgm:cxn modelId="{B29179ED-649C-45B7-AA35-EFD902B289C8}" srcId="{1E6C5D98-325B-4D19-98D9-936198AF8988}" destId="{8741DBDD-A4A1-44F8-A6A5-26DB33D0BE7C}" srcOrd="1" destOrd="0" parTransId="{62F4B0D9-C481-443F-B4B0-77A35F76D8A8}" sibTransId="{819A32E7-DB25-45A5-88BD-88273A317B9A}"/>
    <dgm:cxn modelId="{E4BA01F2-975A-480A-B2ED-4661354C60D8}" type="presOf" srcId="{C5DBAC37-4EEF-43FF-8DD8-7DF271052880}" destId="{9AD5BCDD-2ABE-4D6A-AA59-A351AB394D9B}" srcOrd="1" destOrd="0" presId="urn:microsoft.com/office/officeart/2005/8/layout/list1"/>
    <dgm:cxn modelId="{5F3A4FFA-A759-495C-9A01-83A51FE55627}" type="presOf" srcId="{770115C1-912F-478F-ADE4-E5397C58B90B}" destId="{4DDDABBE-6839-4FB9-9098-9E4217FF748F}" srcOrd="0" destOrd="0" presId="urn:microsoft.com/office/officeart/2005/8/layout/list1"/>
    <dgm:cxn modelId="{96E4DA03-023F-4EF8-827F-3693CDCEA2E5}" type="presParOf" srcId="{F0C90A89-EF2A-47F4-9233-CF8B2F090DDE}" destId="{73B6277F-A96D-495D-B1F3-9C6B24939DD4}" srcOrd="0" destOrd="0" presId="urn:microsoft.com/office/officeart/2005/8/layout/list1"/>
    <dgm:cxn modelId="{E9D3012B-F0C5-497E-A50D-352296AD86CA}" type="presParOf" srcId="{73B6277F-A96D-495D-B1F3-9C6B24939DD4}" destId="{189CE3D0-1B0A-45CE-82FC-86BD50577FB5}" srcOrd="0" destOrd="0" presId="urn:microsoft.com/office/officeart/2005/8/layout/list1"/>
    <dgm:cxn modelId="{ECAA4EE2-A28E-40C8-B799-D642C4B5D98D}" type="presParOf" srcId="{73B6277F-A96D-495D-B1F3-9C6B24939DD4}" destId="{CE153DD6-8316-4582-8E85-59A26F75745B}" srcOrd="1" destOrd="0" presId="urn:microsoft.com/office/officeart/2005/8/layout/list1"/>
    <dgm:cxn modelId="{666E269A-1362-4818-BF46-8E82CBF238AB}" type="presParOf" srcId="{F0C90A89-EF2A-47F4-9233-CF8B2F090DDE}" destId="{19541703-FDF9-4C56-B642-875C2D9E7AFB}" srcOrd="1" destOrd="0" presId="urn:microsoft.com/office/officeart/2005/8/layout/list1"/>
    <dgm:cxn modelId="{EF7C87E4-8302-47E2-82D8-D4B46EFEF18F}" type="presParOf" srcId="{F0C90A89-EF2A-47F4-9233-CF8B2F090DDE}" destId="{1FAC1F16-B528-48B2-BB2A-1626EA766588}" srcOrd="2" destOrd="0" presId="urn:microsoft.com/office/officeart/2005/8/layout/list1"/>
    <dgm:cxn modelId="{9220AE85-3FCF-468F-AC9F-2AD8597F38E6}" type="presParOf" srcId="{F0C90A89-EF2A-47F4-9233-CF8B2F090DDE}" destId="{FF314CA5-8CE6-41AB-A422-4381B842837A}" srcOrd="3" destOrd="0" presId="urn:microsoft.com/office/officeart/2005/8/layout/list1"/>
    <dgm:cxn modelId="{294AB8D0-E76C-49F4-9AF4-14C9A25CF0FE}" type="presParOf" srcId="{F0C90A89-EF2A-47F4-9233-CF8B2F090DDE}" destId="{9FEBB028-A772-4323-941A-8E018ADD9CC2}" srcOrd="4" destOrd="0" presId="urn:microsoft.com/office/officeart/2005/8/layout/list1"/>
    <dgm:cxn modelId="{D34BF706-2923-4947-8506-E3A66702F78B}" type="presParOf" srcId="{9FEBB028-A772-4323-941A-8E018ADD9CC2}" destId="{510AFADD-D1D4-4738-B117-AC4845BBBA17}" srcOrd="0" destOrd="0" presId="urn:microsoft.com/office/officeart/2005/8/layout/list1"/>
    <dgm:cxn modelId="{B2459F65-8927-405E-B414-396EDAE6F271}" type="presParOf" srcId="{9FEBB028-A772-4323-941A-8E018ADD9CC2}" destId="{496EF151-3820-4612-B9BF-A38C6CE2DFFE}" srcOrd="1" destOrd="0" presId="urn:microsoft.com/office/officeart/2005/8/layout/list1"/>
    <dgm:cxn modelId="{A00AF36B-5D28-49B9-A239-72450195318D}" type="presParOf" srcId="{F0C90A89-EF2A-47F4-9233-CF8B2F090DDE}" destId="{BD4AB6F3-DF9A-4255-B5FC-EE8F9DC5C273}" srcOrd="5" destOrd="0" presId="urn:microsoft.com/office/officeart/2005/8/layout/list1"/>
    <dgm:cxn modelId="{D9E355F9-20F5-44F5-91E8-74EB7E433B62}" type="presParOf" srcId="{F0C90A89-EF2A-47F4-9233-CF8B2F090DDE}" destId="{5F2FC15C-88DA-427D-B3A4-6EF109BAA562}" srcOrd="6" destOrd="0" presId="urn:microsoft.com/office/officeart/2005/8/layout/list1"/>
    <dgm:cxn modelId="{D4D823A7-10E4-4D5D-979A-A56D24F0DFB6}" type="presParOf" srcId="{F0C90A89-EF2A-47F4-9233-CF8B2F090DDE}" destId="{913A5888-4466-4A43-876E-AAD8D1AEE1B1}" srcOrd="7" destOrd="0" presId="urn:microsoft.com/office/officeart/2005/8/layout/list1"/>
    <dgm:cxn modelId="{6B8BD087-B4DB-4644-9327-F61154747637}" type="presParOf" srcId="{F0C90A89-EF2A-47F4-9233-CF8B2F090DDE}" destId="{C701E163-4E15-461B-8EB3-A1879A3A9C89}" srcOrd="8" destOrd="0" presId="urn:microsoft.com/office/officeart/2005/8/layout/list1"/>
    <dgm:cxn modelId="{8C997DB8-A5D7-4495-89E2-4F259BE3A6C5}" type="presParOf" srcId="{C701E163-4E15-461B-8EB3-A1879A3A9C89}" destId="{EB901A48-C35D-4F19-A87B-74F69D0B8913}" srcOrd="0" destOrd="0" presId="urn:microsoft.com/office/officeart/2005/8/layout/list1"/>
    <dgm:cxn modelId="{1F0A9333-8CC9-4C8A-9FCB-20ACD996B513}" type="presParOf" srcId="{C701E163-4E15-461B-8EB3-A1879A3A9C89}" destId="{9AD5BCDD-2ABE-4D6A-AA59-A351AB394D9B}" srcOrd="1" destOrd="0" presId="urn:microsoft.com/office/officeart/2005/8/layout/list1"/>
    <dgm:cxn modelId="{26E066AA-8242-4174-B1EF-8F617F5B06AB}" type="presParOf" srcId="{F0C90A89-EF2A-47F4-9233-CF8B2F090DDE}" destId="{5B327534-0758-468E-8236-A34BC0526815}" srcOrd="9" destOrd="0" presId="urn:microsoft.com/office/officeart/2005/8/layout/list1"/>
    <dgm:cxn modelId="{34A77120-6366-49A4-B8CB-E88031F9D648}" type="presParOf" srcId="{F0C90A89-EF2A-47F4-9233-CF8B2F090DDE}" destId="{80A677C0-D2E1-496D-BEC5-79E477BE2BF2}" srcOrd="10" destOrd="0" presId="urn:microsoft.com/office/officeart/2005/8/layout/list1"/>
    <dgm:cxn modelId="{407BC002-B5C6-44FA-B91F-ECCD0AB1FB14}" type="presParOf" srcId="{F0C90A89-EF2A-47F4-9233-CF8B2F090DDE}" destId="{AE1A4CA9-96E1-4AB7-A2BC-8D66FDF8795E}" srcOrd="11" destOrd="0" presId="urn:microsoft.com/office/officeart/2005/8/layout/list1"/>
    <dgm:cxn modelId="{004C8A5A-E8A2-4A92-B72A-026ACEB7A594}" type="presParOf" srcId="{F0C90A89-EF2A-47F4-9233-CF8B2F090DDE}" destId="{D42E8A64-C12F-4DD8-A2DA-7D7BC574A13E}" srcOrd="12" destOrd="0" presId="urn:microsoft.com/office/officeart/2005/8/layout/list1"/>
    <dgm:cxn modelId="{24A8E6EF-A5BD-4EC2-8484-29F15F172173}" type="presParOf" srcId="{D42E8A64-C12F-4DD8-A2DA-7D7BC574A13E}" destId="{59C31F8D-3342-4729-BFD0-F67219B7F8BA}" srcOrd="0" destOrd="0" presId="urn:microsoft.com/office/officeart/2005/8/layout/list1"/>
    <dgm:cxn modelId="{CE612C9A-F527-4BCC-B20D-CD6E9D372311}" type="presParOf" srcId="{D42E8A64-C12F-4DD8-A2DA-7D7BC574A13E}" destId="{ED2D3BB5-F989-4476-BA13-8A49519D0871}" srcOrd="1" destOrd="0" presId="urn:microsoft.com/office/officeart/2005/8/layout/list1"/>
    <dgm:cxn modelId="{984FB5DA-59F8-4F3E-8EF2-AB099906A320}" type="presParOf" srcId="{F0C90A89-EF2A-47F4-9233-CF8B2F090DDE}" destId="{68AAE103-09EC-4E59-92E0-AB7A4ECAA383}" srcOrd="13" destOrd="0" presId="urn:microsoft.com/office/officeart/2005/8/layout/list1"/>
    <dgm:cxn modelId="{BEA55B7C-E808-4C61-B9B3-E71322620B38}" type="presParOf" srcId="{F0C90A89-EF2A-47F4-9233-CF8B2F090DDE}" destId="{2C7657C0-0AB1-4007-B8DF-1662E7DD7E2A}" srcOrd="14" destOrd="0" presId="urn:microsoft.com/office/officeart/2005/8/layout/list1"/>
    <dgm:cxn modelId="{DB9D2E89-24D3-4614-89E0-2212FFFD07DC}" type="presParOf" srcId="{F0C90A89-EF2A-47F4-9233-CF8B2F090DDE}" destId="{E259AFD9-4C17-4904-81DC-65DFB1F484AD}" srcOrd="15" destOrd="0" presId="urn:microsoft.com/office/officeart/2005/8/layout/list1"/>
    <dgm:cxn modelId="{43D7B75E-D7A1-4080-951B-8D0B2F041AB4}" type="presParOf" srcId="{F0C90A89-EF2A-47F4-9233-CF8B2F090DDE}" destId="{ECB5C7DB-A593-48D6-BABC-F40E69D7A78F}" srcOrd="16" destOrd="0" presId="urn:microsoft.com/office/officeart/2005/8/layout/list1"/>
    <dgm:cxn modelId="{1294AB4E-18F3-41AE-A10F-8FFFE04EDE8A}" type="presParOf" srcId="{ECB5C7DB-A593-48D6-BABC-F40E69D7A78F}" destId="{4DDDABBE-6839-4FB9-9098-9E4217FF748F}" srcOrd="0" destOrd="0" presId="urn:microsoft.com/office/officeart/2005/8/layout/list1"/>
    <dgm:cxn modelId="{3B848C5D-DFB1-47E2-8AB7-5C4C200068C3}" type="presParOf" srcId="{ECB5C7DB-A593-48D6-BABC-F40E69D7A78F}" destId="{E3C841E7-57D2-4767-994B-507C19403E8C}" srcOrd="1" destOrd="0" presId="urn:microsoft.com/office/officeart/2005/8/layout/list1"/>
    <dgm:cxn modelId="{501BA8C4-E679-4950-B003-DE70FF8344B1}" type="presParOf" srcId="{F0C90A89-EF2A-47F4-9233-CF8B2F090DDE}" destId="{5F942A30-4D59-4B77-9CBD-4C7575808539}" srcOrd="17" destOrd="0" presId="urn:microsoft.com/office/officeart/2005/8/layout/list1"/>
    <dgm:cxn modelId="{BC8AC597-0E8E-4C9D-A431-00A0EFD1FC7A}" type="presParOf" srcId="{F0C90A89-EF2A-47F4-9233-CF8B2F090DDE}" destId="{76758EFA-9BD5-48A6-8F68-C0AFA44652C2}" srcOrd="18" destOrd="0" presId="urn:microsoft.com/office/officeart/2005/8/layout/list1"/>
    <dgm:cxn modelId="{22F48F72-167A-4CF7-BDE2-CF9CD6D82621}" type="presParOf" srcId="{F0C90A89-EF2A-47F4-9233-CF8B2F090DDE}" destId="{B4EEA91D-8DC4-4964-8626-FCDD869E8A8D}" srcOrd="19" destOrd="0" presId="urn:microsoft.com/office/officeart/2005/8/layout/list1"/>
    <dgm:cxn modelId="{7D7FBB64-8DF8-4FD2-B4BD-34A894F9B658}" type="presParOf" srcId="{F0C90A89-EF2A-47F4-9233-CF8B2F090DDE}" destId="{156BD145-9831-449C-8336-5905BB9284B7}" srcOrd="20" destOrd="0" presId="urn:microsoft.com/office/officeart/2005/8/layout/list1"/>
    <dgm:cxn modelId="{9CEBACCD-B6FD-45AC-8C56-61B7A7FDD4D8}" type="presParOf" srcId="{156BD145-9831-449C-8336-5905BB9284B7}" destId="{1A13E9E8-97F0-4C2A-810C-A9E3D4AC6E70}" srcOrd="0" destOrd="0" presId="urn:microsoft.com/office/officeart/2005/8/layout/list1"/>
    <dgm:cxn modelId="{F86CE899-FF61-43AA-B262-A946AD4EB9B4}" type="presParOf" srcId="{156BD145-9831-449C-8336-5905BB9284B7}" destId="{C749B522-BDF6-4826-BCC1-70E34187A390}" srcOrd="1" destOrd="0" presId="urn:microsoft.com/office/officeart/2005/8/layout/list1"/>
    <dgm:cxn modelId="{8FF82058-E146-4103-8FF6-0D3A1DB3855D}" type="presParOf" srcId="{F0C90A89-EF2A-47F4-9233-CF8B2F090DDE}" destId="{880507E8-DE07-47B7-810D-DE1CCF8A8F47}" srcOrd="21" destOrd="0" presId="urn:microsoft.com/office/officeart/2005/8/layout/list1"/>
    <dgm:cxn modelId="{C9052D6F-0DAA-4154-8A4D-545F2C1FAC99}" type="presParOf" srcId="{F0C90A89-EF2A-47F4-9233-CF8B2F090DDE}" destId="{4CC6A8A0-D40C-4490-92D3-CCFFCBCC7B2A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EEF1BB-E5EC-4161-9B8B-0FCF6022B203}">
      <dsp:nvSpPr>
        <dsp:cNvPr id="0" name=""/>
        <dsp:cNvSpPr/>
      </dsp:nvSpPr>
      <dsp:spPr>
        <a:xfrm>
          <a:off x="291807" y="661677"/>
          <a:ext cx="808132" cy="80813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BA8144-AD54-4AEA-985B-B771492698DB}">
      <dsp:nvSpPr>
        <dsp:cNvPr id="0" name=""/>
        <dsp:cNvSpPr/>
      </dsp:nvSpPr>
      <dsp:spPr>
        <a:xfrm>
          <a:off x="461515" y="831385"/>
          <a:ext cx="468716" cy="4687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9A4376-5903-4DD3-9504-F3F599AC9840}">
      <dsp:nvSpPr>
        <dsp:cNvPr id="0" name=""/>
        <dsp:cNvSpPr/>
      </dsp:nvSpPr>
      <dsp:spPr>
        <a:xfrm>
          <a:off x="1273110" y="661677"/>
          <a:ext cx="1904883" cy="808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This project implements a database-driven Conference Management System that supports:</a:t>
          </a:r>
        </a:p>
      </dsp:txBody>
      <dsp:txXfrm>
        <a:off x="1273110" y="661677"/>
        <a:ext cx="1904883" cy="808132"/>
      </dsp:txXfrm>
    </dsp:sp>
    <dsp:sp modelId="{B6DB5614-A394-43B5-9CDD-294F8BE123E9}">
      <dsp:nvSpPr>
        <dsp:cNvPr id="0" name=""/>
        <dsp:cNvSpPr/>
      </dsp:nvSpPr>
      <dsp:spPr>
        <a:xfrm>
          <a:off x="3509906" y="661677"/>
          <a:ext cx="808132" cy="80813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C7B1AF-A4F4-4173-A7FC-048579BFBB4A}">
      <dsp:nvSpPr>
        <dsp:cNvPr id="0" name=""/>
        <dsp:cNvSpPr/>
      </dsp:nvSpPr>
      <dsp:spPr>
        <a:xfrm>
          <a:off x="3679614" y="831385"/>
          <a:ext cx="468716" cy="4687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A66F4A-7C1E-4940-BA78-C8AE5AB4578D}">
      <dsp:nvSpPr>
        <dsp:cNvPr id="0" name=""/>
        <dsp:cNvSpPr/>
      </dsp:nvSpPr>
      <dsp:spPr>
        <a:xfrm>
          <a:off x="4491210" y="661677"/>
          <a:ext cx="1904883" cy="808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Organizing conferences, sessions, rooms, speakers, and schedules</a:t>
          </a:r>
        </a:p>
      </dsp:txBody>
      <dsp:txXfrm>
        <a:off x="4491210" y="661677"/>
        <a:ext cx="1904883" cy="808132"/>
      </dsp:txXfrm>
    </dsp:sp>
    <dsp:sp modelId="{BA6378C9-6881-4D40-AD04-5D4FAFFDCC3A}">
      <dsp:nvSpPr>
        <dsp:cNvPr id="0" name=""/>
        <dsp:cNvSpPr/>
      </dsp:nvSpPr>
      <dsp:spPr>
        <a:xfrm>
          <a:off x="6728005" y="661677"/>
          <a:ext cx="808132" cy="80813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E236F0-5602-4091-B1EA-DC1F2511E64A}">
      <dsp:nvSpPr>
        <dsp:cNvPr id="0" name=""/>
        <dsp:cNvSpPr/>
      </dsp:nvSpPr>
      <dsp:spPr>
        <a:xfrm>
          <a:off x="6897713" y="831385"/>
          <a:ext cx="468716" cy="4687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775424-116C-4F55-8AC3-55E470FE2AD2}">
      <dsp:nvSpPr>
        <dsp:cNvPr id="0" name=""/>
        <dsp:cNvSpPr/>
      </dsp:nvSpPr>
      <dsp:spPr>
        <a:xfrm>
          <a:off x="7709309" y="661677"/>
          <a:ext cx="1904883" cy="808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Managing room availability using independent room time slots</a:t>
          </a:r>
        </a:p>
      </dsp:txBody>
      <dsp:txXfrm>
        <a:off x="7709309" y="661677"/>
        <a:ext cx="1904883" cy="808132"/>
      </dsp:txXfrm>
    </dsp:sp>
    <dsp:sp modelId="{6CC52985-2653-4D3D-9426-4993D0D932B1}">
      <dsp:nvSpPr>
        <dsp:cNvPr id="0" name=""/>
        <dsp:cNvSpPr/>
      </dsp:nvSpPr>
      <dsp:spPr>
        <a:xfrm>
          <a:off x="291807" y="2071901"/>
          <a:ext cx="808132" cy="80813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CD28E9-DBC0-4DEB-9D8D-14EAEB62B6AA}">
      <dsp:nvSpPr>
        <dsp:cNvPr id="0" name=""/>
        <dsp:cNvSpPr/>
      </dsp:nvSpPr>
      <dsp:spPr>
        <a:xfrm>
          <a:off x="461515" y="2241609"/>
          <a:ext cx="468716" cy="46871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BD47E-EF98-48FF-8D2E-21CB37846E33}">
      <dsp:nvSpPr>
        <dsp:cNvPr id="0" name=""/>
        <dsp:cNvSpPr/>
      </dsp:nvSpPr>
      <dsp:spPr>
        <a:xfrm>
          <a:off x="1273110" y="2071901"/>
          <a:ext cx="1904883" cy="808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Assigning sessions to room schedules through a many-to-many bridge</a:t>
          </a:r>
        </a:p>
      </dsp:txBody>
      <dsp:txXfrm>
        <a:off x="1273110" y="2071901"/>
        <a:ext cx="1904883" cy="808132"/>
      </dsp:txXfrm>
    </dsp:sp>
    <dsp:sp modelId="{F7071B0F-DABD-4C32-8778-5976D0F88620}">
      <dsp:nvSpPr>
        <dsp:cNvPr id="0" name=""/>
        <dsp:cNvSpPr/>
      </dsp:nvSpPr>
      <dsp:spPr>
        <a:xfrm>
          <a:off x="3509906" y="2071901"/>
          <a:ext cx="808132" cy="80813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4F3BC5-5CCC-48A4-AFF3-34A5E7FA1527}">
      <dsp:nvSpPr>
        <dsp:cNvPr id="0" name=""/>
        <dsp:cNvSpPr/>
      </dsp:nvSpPr>
      <dsp:spPr>
        <a:xfrm>
          <a:off x="3679614" y="2241609"/>
          <a:ext cx="468716" cy="46871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000097-70D0-4193-A3F5-A5E6B4069024}">
      <dsp:nvSpPr>
        <dsp:cNvPr id="0" name=""/>
        <dsp:cNvSpPr/>
      </dsp:nvSpPr>
      <dsp:spPr>
        <a:xfrm>
          <a:off x="4491210" y="2071901"/>
          <a:ext cx="1904883" cy="808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Tracking administrative activity through logging</a:t>
          </a:r>
        </a:p>
      </dsp:txBody>
      <dsp:txXfrm>
        <a:off x="4491210" y="2071901"/>
        <a:ext cx="1904883" cy="808132"/>
      </dsp:txXfrm>
    </dsp:sp>
    <dsp:sp modelId="{0D9B1960-F9E7-44A0-82B7-D36E50B3D894}">
      <dsp:nvSpPr>
        <dsp:cNvPr id="0" name=""/>
        <dsp:cNvSpPr/>
      </dsp:nvSpPr>
      <dsp:spPr>
        <a:xfrm>
          <a:off x="6728005" y="2071901"/>
          <a:ext cx="808132" cy="80813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0BEF59-AB59-4CA7-8DA0-B59F7C5998EB}">
      <dsp:nvSpPr>
        <dsp:cNvPr id="0" name=""/>
        <dsp:cNvSpPr/>
      </dsp:nvSpPr>
      <dsp:spPr>
        <a:xfrm>
          <a:off x="6897713" y="2241609"/>
          <a:ext cx="468716" cy="46871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198968-BC1F-4A7A-9AC1-BA0D3904F439}">
      <dsp:nvSpPr>
        <dsp:cNvPr id="0" name=""/>
        <dsp:cNvSpPr/>
      </dsp:nvSpPr>
      <dsp:spPr>
        <a:xfrm>
          <a:off x="7709309" y="2071901"/>
          <a:ext cx="1904883" cy="8081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system is designed following a fully normalized relational model and provides an interactive application layer for performing scheduling and administrative tasks.</a:t>
          </a:r>
        </a:p>
      </dsp:txBody>
      <dsp:txXfrm>
        <a:off x="7709309" y="2071901"/>
        <a:ext cx="1904883" cy="8081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78362A-92D8-4A56-942F-0DD0933FD338}">
      <dsp:nvSpPr>
        <dsp:cNvPr id="0" name=""/>
        <dsp:cNvSpPr/>
      </dsp:nvSpPr>
      <dsp:spPr>
        <a:xfrm>
          <a:off x="0" y="0"/>
          <a:ext cx="6144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929C0E-56B9-4CB4-B078-96275F3C96FE}">
      <dsp:nvSpPr>
        <dsp:cNvPr id="0" name=""/>
        <dsp:cNvSpPr/>
      </dsp:nvSpPr>
      <dsp:spPr>
        <a:xfrm>
          <a:off x="0" y="0"/>
          <a:ext cx="6144767" cy="628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Our system supports the following core use cases:</a:t>
          </a:r>
        </a:p>
      </dsp:txBody>
      <dsp:txXfrm>
        <a:off x="0" y="0"/>
        <a:ext cx="6144767" cy="628650"/>
      </dsp:txXfrm>
    </dsp:sp>
    <dsp:sp modelId="{FB6D8268-FB2B-44CC-A980-A0FC8C2F3274}">
      <dsp:nvSpPr>
        <dsp:cNvPr id="0" name=""/>
        <dsp:cNvSpPr/>
      </dsp:nvSpPr>
      <dsp:spPr>
        <a:xfrm>
          <a:off x="0" y="628650"/>
          <a:ext cx="614476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378C48-9192-49D3-9BBF-A628E6CE606F}">
      <dsp:nvSpPr>
        <dsp:cNvPr id="0" name=""/>
        <dsp:cNvSpPr/>
      </dsp:nvSpPr>
      <dsp:spPr>
        <a:xfrm>
          <a:off x="0" y="628650"/>
          <a:ext cx="6144767" cy="628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Admin / Scheduler Use Cases:</a:t>
          </a:r>
          <a:endParaRPr lang="en-US" sz="2300" kern="1200"/>
        </a:p>
      </dsp:txBody>
      <dsp:txXfrm>
        <a:off x="0" y="628650"/>
        <a:ext cx="6144767" cy="628650"/>
      </dsp:txXfrm>
    </dsp:sp>
    <dsp:sp modelId="{C5DFD968-9B8B-4F3A-BFE4-CFD5DBD1D5CA}">
      <dsp:nvSpPr>
        <dsp:cNvPr id="0" name=""/>
        <dsp:cNvSpPr/>
      </dsp:nvSpPr>
      <dsp:spPr>
        <a:xfrm>
          <a:off x="0" y="1257300"/>
          <a:ext cx="614476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723589-F85D-4FCF-B0AE-F92A64F61E1B}">
      <dsp:nvSpPr>
        <dsp:cNvPr id="0" name=""/>
        <dsp:cNvSpPr/>
      </dsp:nvSpPr>
      <dsp:spPr>
        <a:xfrm>
          <a:off x="0" y="1257300"/>
          <a:ext cx="6144767" cy="628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Create and manage conferences</a:t>
          </a:r>
        </a:p>
      </dsp:txBody>
      <dsp:txXfrm>
        <a:off x="0" y="1257300"/>
        <a:ext cx="6144767" cy="628650"/>
      </dsp:txXfrm>
    </dsp:sp>
    <dsp:sp modelId="{CCD87888-1EF7-4352-B844-4A989F265B81}">
      <dsp:nvSpPr>
        <dsp:cNvPr id="0" name=""/>
        <dsp:cNvSpPr/>
      </dsp:nvSpPr>
      <dsp:spPr>
        <a:xfrm>
          <a:off x="0" y="1885949"/>
          <a:ext cx="614476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DED852-6F58-43EA-91DA-D91044A48C0E}">
      <dsp:nvSpPr>
        <dsp:cNvPr id="0" name=""/>
        <dsp:cNvSpPr/>
      </dsp:nvSpPr>
      <dsp:spPr>
        <a:xfrm>
          <a:off x="0" y="1885950"/>
          <a:ext cx="6144767" cy="628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Create new sessions</a:t>
          </a:r>
        </a:p>
      </dsp:txBody>
      <dsp:txXfrm>
        <a:off x="0" y="1885950"/>
        <a:ext cx="6144767" cy="628650"/>
      </dsp:txXfrm>
    </dsp:sp>
    <dsp:sp modelId="{2E3CFD1A-B540-4208-8FC1-32C9FDD5CF8E}">
      <dsp:nvSpPr>
        <dsp:cNvPr id="0" name=""/>
        <dsp:cNvSpPr/>
      </dsp:nvSpPr>
      <dsp:spPr>
        <a:xfrm>
          <a:off x="0" y="2514600"/>
          <a:ext cx="614476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88910-476F-4AC9-9A89-B31D4A0645FA}">
      <dsp:nvSpPr>
        <dsp:cNvPr id="0" name=""/>
        <dsp:cNvSpPr/>
      </dsp:nvSpPr>
      <dsp:spPr>
        <a:xfrm>
          <a:off x="0" y="2514600"/>
          <a:ext cx="6144767" cy="628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Assign speakers to sessions</a:t>
          </a:r>
        </a:p>
      </dsp:txBody>
      <dsp:txXfrm>
        <a:off x="0" y="2514600"/>
        <a:ext cx="6144767" cy="628650"/>
      </dsp:txXfrm>
    </dsp:sp>
    <dsp:sp modelId="{2FD60779-DB92-4F5E-9DE1-29395FBFC0BA}">
      <dsp:nvSpPr>
        <dsp:cNvPr id="0" name=""/>
        <dsp:cNvSpPr/>
      </dsp:nvSpPr>
      <dsp:spPr>
        <a:xfrm>
          <a:off x="0" y="3143250"/>
          <a:ext cx="61447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336C9E-CED7-4EDB-B4D4-54B662E5F91D}">
      <dsp:nvSpPr>
        <dsp:cNvPr id="0" name=""/>
        <dsp:cNvSpPr/>
      </dsp:nvSpPr>
      <dsp:spPr>
        <a:xfrm>
          <a:off x="0" y="3143250"/>
          <a:ext cx="6144767" cy="628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Assign sessions to room schedule slots</a:t>
          </a:r>
        </a:p>
      </dsp:txBody>
      <dsp:txXfrm>
        <a:off x="0" y="3143250"/>
        <a:ext cx="6144767" cy="628650"/>
      </dsp:txXfrm>
    </dsp:sp>
    <dsp:sp modelId="{34D39D37-43C4-4FFF-B433-11BFEFA8D623}">
      <dsp:nvSpPr>
        <dsp:cNvPr id="0" name=""/>
        <dsp:cNvSpPr/>
      </dsp:nvSpPr>
      <dsp:spPr>
        <a:xfrm>
          <a:off x="0" y="3771900"/>
          <a:ext cx="614476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C81A27-5031-4917-8BEE-8B7BCBD9AD61}">
      <dsp:nvSpPr>
        <dsp:cNvPr id="0" name=""/>
        <dsp:cNvSpPr/>
      </dsp:nvSpPr>
      <dsp:spPr>
        <a:xfrm>
          <a:off x="0" y="3771900"/>
          <a:ext cx="6144767" cy="628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Update room availability status</a:t>
          </a:r>
        </a:p>
      </dsp:txBody>
      <dsp:txXfrm>
        <a:off x="0" y="3771900"/>
        <a:ext cx="6144767" cy="628650"/>
      </dsp:txXfrm>
    </dsp:sp>
    <dsp:sp modelId="{2CE00BEB-62E8-40BB-8F17-D2D29A65C71F}">
      <dsp:nvSpPr>
        <dsp:cNvPr id="0" name=""/>
        <dsp:cNvSpPr/>
      </dsp:nvSpPr>
      <dsp:spPr>
        <a:xfrm>
          <a:off x="0" y="4400550"/>
          <a:ext cx="614476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33F7A-5A19-4F60-A9C2-42B791A68EA7}">
      <dsp:nvSpPr>
        <dsp:cNvPr id="0" name=""/>
        <dsp:cNvSpPr/>
      </dsp:nvSpPr>
      <dsp:spPr>
        <a:xfrm>
          <a:off x="0" y="4400550"/>
          <a:ext cx="6144767" cy="628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Review system logs</a:t>
          </a:r>
        </a:p>
      </dsp:txBody>
      <dsp:txXfrm>
        <a:off x="0" y="4400550"/>
        <a:ext cx="6144767" cy="6286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238BFE-036F-49EF-BAD8-D2B07C04C578}">
      <dsp:nvSpPr>
        <dsp:cNvPr id="0" name=""/>
        <dsp:cNvSpPr/>
      </dsp:nvSpPr>
      <dsp:spPr>
        <a:xfrm>
          <a:off x="5124" y="1236528"/>
          <a:ext cx="2137311" cy="10686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User/Viewer Use Cases:</a:t>
          </a:r>
          <a:endParaRPr lang="en-US" sz="2300" kern="1200"/>
        </a:p>
      </dsp:txBody>
      <dsp:txXfrm>
        <a:off x="5124" y="1236528"/>
        <a:ext cx="2137311" cy="1068655"/>
      </dsp:txXfrm>
    </dsp:sp>
    <dsp:sp modelId="{D7969CBB-E53A-4CA6-9149-9B3DF9C37D6A}">
      <dsp:nvSpPr>
        <dsp:cNvPr id="0" name=""/>
        <dsp:cNvSpPr/>
      </dsp:nvSpPr>
      <dsp:spPr>
        <a:xfrm>
          <a:off x="2591270" y="1236528"/>
          <a:ext cx="2137311" cy="10686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View all conferences</a:t>
          </a:r>
        </a:p>
      </dsp:txBody>
      <dsp:txXfrm>
        <a:off x="2591270" y="1236528"/>
        <a:ext cx="2137311" cy="1068655"/>
      </dsp:txXfrm>
    </dsp:sp>
    <dsp:sp modelId="{29A43002-434C-4BB7-99C8-24957EA62542}">
      <dsp:nvSpPr>
        <dsp:cNvPr id="0" name=""/>
        <dsp:cNvSpPr/>
      </dsp:nvSpPr>
      <dsp:spPr>
        <a:xfrm>
          <a:off x="5177417" y="1236528"/>
          <a:ext cx="2137311" cy="10686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View sessions within a conference</a:t>
          </a:r>
        </a:p>
      </dsp:txBody>
      <dsp:txXfrm>
        <a:off x="5177417" y="1236528"/>
        <a:ext cx="2137311" cy="1068655"/>
      </dsp:txXfrm>
    </dsp:sp>
    <dsp:sp modelId="{D467709E-CB70-4152-A725-DC9014B0F755}">
      <dsp:nvSpPr>
        <dsp:cNvPr id="0" name=""/>
        <dsp:cNvSpPr/>
      </dsp:nvSpPr>
      <dsp:spPr>
        <a:xfrm>
          <a:off x="7763564" y="1236528"/>
          <a:ext cx="2137311" cy="10686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View available rooms and schedules by date</a:t>
          </a:r>
        </a:p>
      </dsp:txBody>
      <dsp:txXfrm>
        <a:off x="7763564" y="1236528"/>
        <a:ext cx="2137311" cy="10686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A960E2-E0EB-4E00-9017-2D7601B33B7E}">
      <dsp:nvSpPr>
        <dsp:cNvPr id="0" name=""/>
        <dsp:cNvSpPr/>
      </dsp:nvSpPr>
      <dsp:spPr>
        <a:xfrm>
          <a:off x="3385" y="579283"/>
          <a:ext cx="1833190" cy="10999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The database was implemented in SQLite using eight normalized tables:</a:t>
          </a:r>
        </a:p>
      </dsp:txBody>
      <dsp:txXfrm>
        <a:off x="3385" y="579283"/>
        <a:ext cx="1833190" cy="1099914"/>
      </dsp:txXfrm>
    </dsp:sp>
    <dsp:sp modelId="{0E93058A-E4CD-480A-BB0D-9EED2111EB64}">
      <dsp:nvSpPr>
        <dsp:cNvPr id="0" name=""/>
        <dsp:cNvSpPr/>
      </dsp:nvSpPr>
      <dsp:spPr>
        <a:xfrm>
          <a:off x="2019895" y="579283"/>
          <a:ext cx="1833190" cy="10999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Conference(conference_id PK, …)</a:t>
          </a:r>
          <a:endParaRPr lang="en-US" sz="900" kern="1200"/>
        </a:p>
      </dsp:txBody>
      <dsp:txXfrm>
        <a:off x="2019895" y="579283"/>
        <a:ext cx="1833190" cy="1099914"/>
      </dsp:txXfrm>
    </dsp:sp>
    <dsp:sp modelId="{D93DD854-52CE-43FE-8F83-DDF6D7F712DA}">
      <dsp:nvSpPr>
        <dsp:cNvPr id="0" name=""/>
        <dsp:cNvSpPr/>
      </dsp:nvSpPr>
      <dsp:spPr>
        <a:xfrm>
          <a:off x="4036404" y="579283"/>
          <a:ext cx="1833190" cy="10999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Session(session_id PK, conference_id FK, …)</a:t>
          </a:r>
          <a:endParaRPr lang="en-US" sz="900" kern="1200"/>
        </a:p>
      </dsp:txBody>
      <dsp:txXfrm>
        <a:off x="4036404" y="579283"/>
        <a:ext cx="1833190" cy="1099914"/>
      </dsp:txXfrm>
    </dsp:sp>
    <dsp:sp modelId="{E22C8A5D-6265-460E-BE4E-3BF7F9B4619B}">
      <dsp:nvSpPr>
        <dsp:cNvPr id="0" name=""/>
        <dsp:cNvSpPr/>
      </dsp:nvSpPr>
      <dsp:spPr>
        <a:xfrm>
          <a:off x="6052913" y="579283"/>
          <a:ext cx="1833190" cy="10999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Room(room_id PK, …)</a:t>
          </a:r>
          <a:endParaRPr lang="en-US" sz="900" kern="1200"/>
        </a:p>
      </dsp:txBody>
      <dsp:txXfrm>
        <a:off x="6052913" y="579283"/>
        <a:ext cx="1833190" cy="1099914"/>
      </dsp:txXfrm>
    </dsp:sp>
    <dsp:sp modelId="{E0A0913B-CE29-468F-97AE-4ACA81360AFB}">
      <dsp:nvSpPr>
        <dsp:cNvPr id="0" name=""/>
        <dsp:cNvSpPr/>
      </dsp:nvSpPr>
      <dsp:spPr>
        <a:xfrm>
          <a:off x="8069422" y="579283"/>
          <a:ext cx="1833190" cy="10999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RoomSchedule(schedule_id PK, room_id FK, date, start_time, end_time, status)</a:t>
          </a:r>
          <a:endParaRPr lang="en-US" sz="900" kern="1200"/>
        </a:p>
      </dsp:txBody>
      <dsp:txXfrm>
        <a:off x="8069422" y="579283"/>
        <a:ext cx="1833190" cy="1099914"/>
      </dsp:txXfrm>
    </dsp:sp>
    <dsp:sp modelId="{62203ECF-4BC2-4B5B-B972-FF31412DF589}">
      <dsp:nvSpPr>
        <dsp:cNvPr id="0" name=""/>
        <dsp:cNvSpPr/>
      </dsp:nvSpPr>
      <dsp:spPr>
        <a:xfrm>
          <a:off x="3385" y="1862516"/>
          <a:ext cx="1833190" cy="10999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SessionRoomAssignment(session_id FK, schedule_id FK, PK(session_id, schedule_id))</a:t>
          </a:r>
          <a:endParaRPr lang="en-US" sz="900" kern="1200"/>
        </a:p>
      </dsp:txBody>
      <dsp:txXfrm>
        <a:off x="3385" y="1862516"/>
        <a:ext cx="1833190" cy="1099914"/>
      </dsp:txXfrm>
    </dsp:sp>
    <dsp:sp modelId="{933236B7-ED5E-49A1-98B1-812674AA1396}">
      <dsp:nvSpPr>
        <dsp:cNvPr id="0" name=""/>
        <dsp:cNvSpPr/>
      </dsp:nvSpPr>
      <dsp:spPr>
        <a:xfrm>
          <a:off x="2019895" y="1862516"/>
          <a:ext cx="1833190" cy="10999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Speaker(speaker_id PK, …)</a:t>
          </a:r>
          <a:endParaRPr lang="en-US" sz="900" kern="1200"/>
        </a:p>
      </dsp:txBody>
      <dsp:txXfrm>
        <a:off x="2019895" y="1862516"/>
        <a:ext cx="1833190" cy="1099914"/>
      </dsp:txXfrm>
    </dsp:sp>
    <dsp:sp modelId="{9FD49CF9-6DA5-4255-9B17-87A5F8F095FE}">
      <dsp:nvSpPr>
        <dsp:cNvPr id="0" name=""/>
        <dsp:cNvSpPr/>
      </dsp:nvSpPr>
      <dsp:spPr>
        <a:xfrm>
          <a:off x="4036404" y="1862516"/>
          <a:ext cx="1833190" cy="10999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SpeakerAssignment(session_id FK, speaker_id FK, PK(session_id, speaker_id))</a:t>
          </a:r>
          <a:endParaRPr lang="en-US" sz="900" kern="1200"/>
        </a:p>
      </dsp:txBody>
      <dsp:txXfrm>
        <a:off x="4036404" y="1862516"/>
        <a:ext cx="1833190" cy="1099914"/>
      </dsp:txXfrm>
    </dsp:sp>
    <dsp:sp modelId="{A4C1EC72-5703-4EFE-8EC1-6715F45E02B0}">
      <dsp:nvSpPr>
        <dsp:cNvPr id="0" name=""/>
        <dsp:cNvSpPr/>
      </dsp:nvSpPr>
      <dsp:spPr>
        <a:xfrm>
          <a:off x="6052913" y="1862516"/>
          <a:ext cx="1833190" cy="10999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LogEntry(log_id PK, timestamp, action, entity_affected)</a:t>
          </a:r>
          <a:endParaRPr lang="en-US" sz="900" kern="1200"/>
        </a:p>
      </dsp:txBody>
      <dsp:txXfrm>
        <a:off x="6052913" y="1862516"/>
        <a:ext cx="1833190" cy="1099914"/>
      </dsp:txXfrm>
    </dsp:sp>
    <dsp:sp modelId="{EA8043EF-B7DF-489C-801C-13BDCBF87DB5}">
      <dsp:nvSpPr>
        <dsp:cNvPr id="0" name=""/>
        <dsp:cNvSpPr/>
      </dsp:nvSpPr>
      <dsp:spPr>
        <a:xfrm>
          <a:off x="8069422" y="1862516"/>
          <a:ext cx="1833190" cy="10999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All foreign keys match the relationships defined in the E/R diagram.</a:t>
          </a:r>
        </a:p>
      </dsp:txBody>
      <dsp:txXfrm>
        <a:off x="8069422" y="1862516"/>
        <a:ext cx="1833190" cy="10999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47EF3F-37F8-4604-9225-FCF511FC779E}">
      <dsp:nvSpPr>
        <dsp:cNvPr id="0" name=""/>
        <dsp:cNvSpPr/>
      </dsp:nvSpPr>
      <dsp:spPr>
        <a:xfrm>
          <a:off x="3385" y="600851"/>
          <a:ext cx="1833190" cy="10999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We populated the system with representative sample data including:</a:t>
          </a:r>
        </a:p>
      </dsp:txBody>
      <dsp:txXfrm>
        <a:off x="3385" y="600851"/>
        <a:ext cx="1833190" cy="1099914"/>
      </dsp:txXfrm>
    </dsp:sp>
    <dsp:sp modelId="{B2D8E7D5-7AB9-45E7-97B9-8A2263EB7921}">
      <dsp:nvSpPr>
        <dsp:cNvPr id="0" name=""/>
        <dsp:cNvSpPr/>
      </dsp:nvSpPr>
      <dsp:spPr>
        <a:xfrm>
          <a:off x="2019895" y="600851"/>
          <a:ext cx="1833190" cy="10999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Conferences and event dates</a:t>
          </a:r>
        </a:p>
      </dsp:txBody>
      <dsp:txXfrm>
        <a:off x="2019895" y="600851"/>
        <a:ext cx="1833190" cy="1099914"/>
      </dsp:txXfrm>
    </dsp:sp>
    <dsp:sp modelId="{ACF63139-9401-481C-9B9E-841E7D7D9048}">
      <dsp:nvSpPr>
        <dsp:cNvPr id="0" name=""/>
        <dsp:cNvSpPr/>
      </dsp:nvSpPr>
      <dsp:spPr>
        <a:xfrm>
          <a:off x="4036404" y="600851"/>
          <a:ext cx="1833190" cy="109991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Multiple sessions under each conference</a:t>
          </a:r>
        </a:p>
      </dsp:txBody>
      <dsp:txXfrm>
        <a:off x="4036404" y="600851"/>
        <a:ext cx="1833190" cy="1099914"/>
      </dsp:txXfrm>
    </dsp:sp>
    <dsp:sp modelId="{FD01B186-F261-4201-8F07-4B0D661B8F5D}">
      <dsp:nvSpPr>
        <dsp:cNvPr id="0" name=""/>
        <dsp:cNvSpPr/>
      </dsp:nvSpPr>
      <dsp:spPr>
        <a:xfrm>
          <a:off x="6052913" y="600851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Several rooms with defined capacities</a:t>
          </a:r>
        </a:p>
      </dsp:txBody>
      <dsp:txXfrm>
        <a:off x="6052913" y="600851"/>
        <a:ext cx="1833190" cy="1099914"/>
      </dsp:txXfrm>
    </dsp:sp>
    <dsp:sp modelId="{CA66E42F-BC98-41D2-93C7-A7B264EBB7FF}">
      <dsp:nvSpPr>
        <dsp:cNvPr id="0" name=""/>
        <dsp:cNvSpPr/>
      </dsp:nvSpPr>
      <dsp:spPr>
        <a:xfrm>
          <a:off x="8069422" y="600851"/>
          <a:ext cx="1833190" cy="109991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Independent room scheduling slots</a:t>
          </a:r>
        </a:p>
      </dsp:txBody>
      <dsp:txXfrm>
        <a:off x="8069422" y="600851"/>
        <a:ext cx="1833190" cy="1099914"/>
      </dsp:txXfrm>
    </dsp:sp>
    <dsp:sp modelId="{96730B7E-E6B2-4DA9-BAFF-72AAE73A0DDB}">
      <dsp:nvSpPr>
        <dsp:cNvPr id="0" name=""/>
        <dsp:cNvSpPr/>
      </dsp:nvSpPr>
      <dsp:spPr>
        <a:xfrm>
          <a:off x="1011640" y="1884084"/>
          <a:ext cx="1833190" cy="109991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Speaker profiles and assignments</a:t>
          </a:r>
        </a:p>
      </dsp:txBody>
      <dsp:txXfrm>
        <a:off x="1011640" y="1884084"/>
        <a:ext cx="1833190" cy="1099914"/>
      </dsp:txXfrm>
    </dsp:sp>
    <dsp:sp modelId="{28E92ABF-74D4-4331-A716-1506910C4AF3}">
      <dsp:nvSpPr>
        <dsp:cNvPr id="0" name=""/>
        <dsp:cNvSpPr/>
      </dsp:nvSpPr>
      <dsp:spPr>
        <a:xfrm>
          <a:off x="3028149" y="1884084"/>
          <a:ext cx="1833190" cy="109991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Session scheduling assignments</a:t>
          </a:r>
        </a:p>
      </dsp:txBody>
      <dsp:txXfrm>
        <a:off x="3028149" y="1884084"/>
        <a:ext cx="1833190" cy="1099914"/>
      </dsp:txXfrm>
    </dsp:sp>
    <dsp:sp modelId="{ED1177AF-E8D9-4F70-AC9E-8FA0C746E0C0}">
      <dsp:nvSpPr>
        <dsp:cNvPr id="0" name=""/>
        <dsp:cNvSpPr/>
      </dsp:nvSpPr>
      <dsp:spPr>
        <a:xfrm>
          <a:off x="5044659" y="1884084"/>
          <a:ext cx="1833190" cy="109991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System-generated log entries</a:t>
          </a:r>
        </a:p>
      </dsp:txBody>
      <dsp:txXfrm>
        <a:off x="5044659" y="1884084"/>
        <a:ext cx="1833190" cy="1099914"/>
      </dsp:txXfrm>
    </dsp:sp>
    <dsp:sp modelId="{5FB9BE61-45A3-4BD1-9D0E-4363F64336EB}">
      <dsp:nvSpPr>
        <dsp:cNvPr id="0" name=""/>
        <dsp:cNvSpPr/>
      </dsp:nvSpPr>
      <dsp:spPr>
        <a:xfrm>
          <a:off x="7061168" y="1884084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This dataset enables meaningful testing and realistic demonstration of application functionality.</a:t>
          </a:r>
        </a:p>
      </dsp:txBody>
      <dsp:txXfrm>
        <a:off x="7061168" y="1884084"/>
        <a:ext cx="1833190" cy="109991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D98C89-87FE-4698-AF6E-4DD097B99427}">
      <dsp:nvSpPr>
        <dsp:cNvPr id="0" name=""/>
        <dsp:cNvSpPr/>
      </dsp:nvSpPr>
      <dsp:spPr>
        <a:xfrm>
          <a:off x="0" y="0"/>
          <a:ext cx="7627620" cy="6375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Data Modification:</a:t>
          </a:r>
          <a:endParaRPr lang="en-US" sz="1800" kern="1200"/>
        </a:p>
      </dsp:txBody>
      <dsp:txXfrm>
        <a:off x="18672" y="18672"/>
        <a:ext cx="6865110" cy="600164"/>
      </dsp:txXfrm>
    </dsp:sp>
    <dsp:sp modelId="{8BDD7773-17A0-4239-AFFA-A0954A4087C9}">
      <dsp:nvSpPr>
        <dsp:cNvPr id="0" name=""/>
        <dsp:cNvSpPr/>
      </dsp:nvSpPr>
      <dsp:spPr>
        <a:xfrm>
          <a:off x="569595" y="726050"/>
          <a:ext cx="7627620" cy="637508"/>
        </a:xfrm>
        <a:prstGeom prst="roundRect">
          <a:avLst>
            <a:gd name="adj" fmla="val 10000"/>
          </a:avLst>
        </a:prstGeom>
        <a:solidFill>
          <a:schemeClr val="accent2">
            <a:hueOff val="-367258"/>
            <a:satOff val="-8124"/>
            <a:lumOff val="-1618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Add new sessions</a:t>
          </a:r>
        </a:p>
      </dsp:txBody>
      <dsp:txXfrm>
        <a:off x="588267" y="744722"/>
        <a:ext cx="6606300" cy="600164"/>
      </dsp:txXfrm>
    </dsp:sp>
    <dsp:sp modelId="{AF0A8837-6669-4498-8CE5-6271331E227E}">
      <dsp:nvSpPr>
        <dsp:cNvPr id="0" name=""/>
        <dsp:cNvSpPr/>
      </dsp:nvSpPr>
      <dsp:spPr>
        <a:xfrm>
          <a:off x="1139189" y="1452101"/>
          <a:ext cx="7627620" cy="637508"/>
        </a:xfrm>
        <a:prstGeom prst="roundRect">
          <a:avLst>
            <a:gd name="adj" fmla="val 10000"/>
          </a:avLst>
        </a:prstGeom>
        <a:solidFill>
          <a:schemeClr val="accent2">
            <a:hueOff val="-734515"/>
            <a:satOff val="-16247"/>
            <a:lumOff val="-3235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Assign speakers to sessions</a:t>
          </a:r>
        </a:p>
      </dsp:txBody>
      <dsp:txXfrm>
        <a:off x="1157861" y="1470773"/>
        <a:ext cx="6606300" cy="600164"/>
      </dsp:txXfrm>
    </dsp:sp>
    <dsp:sp modelId="{752D6E13-93A3-4151-89C5-56222DE642FE}">
      <dsp:nvSpPr>
        <dsp:cNvPr id="0" name=""/>
        <dsp:cNvSpPr/>
      </dsp:nvSpPr>
      <dsp:spPr>
        <a:xfrm>
          <a:off x="1708784" y="2178152"/>
          <a:ext cx="7627620" cy="637508"/>
        </a:xfrm>
        <a:prstGeom prst="roundRect">
          <a:avLst>
            <a:gd name="adj" fmla="val 10000"/>
          </a:avLst>
        </a:prstGeom>
        <a:solidFill>
          <a:schemeClr val="accent2">
            <a:hueOff val="-1101773"/>
            <a:satOff val="-24371"/>
            <a:lumOff val="-4853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Assign sessions to room time slots</a:t>
          </a:r>
        </a:p>
      </dsp:txBody>
      <dsp:txXfrm>
        <a:off x="1727456" y="2196824"/>
        <a:ext cx="6606300" cy="600164"/>
      </dsp:txXfrm>
    </dsp:sp>
    <dsp:sp modelId="{C720315E-CDA3-4125-8A31-81CB15101700}">
      <dsp:nvSpPr>
        <dsp:cNvPr id="0" name=""/>
        <dsp:cNvSpPr/>
      </dsp:nvSpPr>
      <dsp:spPr>
        <a:xfrm>
          <a:off x="2278379" y="2904203"/>
          <a:ext cx="7627620" cy="637508"/>
        </a:xfrm>
        <a:prstGeom prst="roundRect">
          <a:avLst>
            <a:gd name="adj" fmla="val 10000"/>
          </a:avLst>
        </a:prstGeom>
        <a:solidFill>
          <a:schemeClr val="accent2">
            <a:hueOff val="-1469031"/>
            <a:satOff val="-32495"/>
            <a:lumOff val="-647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Update room schedule status (Available → Reserved → Completed)</a:t>
          </a:r>
        </a:p>
      </dsp:txBody>
      <dsp:txXfrm>
        <a:off x="2297051" y="2922875"/>
        <a:ext cx="6606300" cy="600164"/>
      </dsp:txXfrm>
    </dsp:sp>
    <dsp:sp modelId="{3990931C-41F6-4DF8-9D45-067FF6E1AA09}">
      <dsp:nvSpPr>
        <dsp:cNvPr id="0" name=""/>
        <dsp:cNvSpPr/>
      </dsp:nvSpPr>
      <dsp:spPr>
        <a:xfrm>
          <a:off x="7213239" y="465735"/>
          <a:ext cx="414380" cy="41438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306474" y="465735"/>
        <a:ext cx="227910" cy="311821"/>
      </dsp:txXfrm>
    </dsp:sp>
    <dsp:sp modelId="{E7210081-C5C0-413A-B9F1-15F40E77A8EA}">
      <dsp:nvSpPr>
        <dsp:cNvPr id="0" name=""/>
        <dsp:cNvSpPr/>
      </dsp:nvSpPr>
      <dsp:spPr>
        <a:xfrm>
          <a:off x="7782834" y="1191786"/>
          <a:ext cx="414380" cy="41438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98579"/>
            <a:satOff val="-14188"/>
            <a:lumOff val="-902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398579"/>
              <a:satOff val="-14188"/>
              <a:lumOff val="-90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876069" y="1191786"/>
        <a:ext cx="227910" cy="311821"/>
      </dsp:txXfrm>
    </dsp:sp>
    <dsp:sp modelId="{9A10EBEC-16A7-4C31-AF4E-168048061C2B}">
      <dsp:nvSpPr>
        <dsp:cNvPr id="0" name=""/>
        <dsp:cNvSpPr/>
      </dsp:nvSpPr>
      <dsp:spPr>
        <a:xfrm>
          <a:off x="8352429" y="1907211"/>
          <a:ext cx="414380" cy="41438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797157"/>
            <a:satOff val="-28376"/>
            <a:lumOff val="-1804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797157"/>
              <a:satOff val="-28376"/>
              <a:lumOff val="-18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445664" y="1907211"/>
        <a:ext cx="227910" cy="311821"/>
      </dsp:txXfrm>
    </dsp:sp>
    <dsp:sp modelId="{A94D5383-ADE8-476E-9B90-CDD1AF5A6076}">
      <dsp:nvSpPr>
        <dsp:cNvPr id="0" name=""/>
        <dsp:cNvSpPr/>
      </dsp:nvSpPr>
      <dsp:spPr>
        <a:xfrm>
          <a:off x="8922024" y="2640346"/>
          <a:ext cx="414380" cy="41438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95736"/>
            <a:satOff val="-42564"/>
            <a:lumOff val="-2706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195736"/>
              <a:satOff val="-42564"/>
              <a:lumOff val="-2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9015259" y="2640346"/>
        <a:ext cx="227910" cy="31182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A5DCCB-3AE4-4828-A522-69282E3A77E9}">
      <dsp:nvSpPr>
        <dsp:cNvPr id="0" name=""/>
        <dsp:cNvSpPr/>
      </dsp:nvSpPr>
      <dsp:spPr>
        <a:xfrm>
          <a:off x="0" y="1729"/>
          <a:ext cx="99059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2F3EF5-F4F6-4A21-A36D-E6B1BA8ACD87}">
      <dsp:nvSpPr>
        <dsp:cNvPr id="0" name=""/>
        <dsp:cNvSpPr/>
      </dsp:nvSpPr>
      <dsp:spPr>
        <a:xfrm>
          <a:off x="0" y="1729"/>
          <a:ext cx="9905999" cy="1179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Logging:</a:t>
          </a:r>
          <a:endParaRPr lang="en-US" sz="3600" kern="1200"/>
        </a:p>
      </dsp:txBody>
      <dsp:txXfrm>
        <a:off x="0" y="1729"/>
        <a:ext cx="9905999" cy="1179418"/>
      </dsp:txXfrm>
    </dsp:sp>
    <dsp:sp modelId="{C9670E18-B2B7-461A-96FC-03850F0728B9}">
      <dsp:nvSpPr>
        <dsp:cNvPr id="0" name=""/>
        <dsp:cNvSpPr/>
      </dsp:nvSpPr>
      <dsp:spPr>
        <a:xfrm>
          <a:off x="0" y="1181147"/>
          <a:ext cx="99059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65E14A-9185-48E7-A709-DB5A5ADFB5B9}">
      <dsp:nvSpPr>
        <dsp:cNvPr id="0" name=""/>
        <dsp:cNvSpPr/>
      </dsp:nvSpPr>
      <dsp:spPr>
        <a:xfrm>
          <a:off x="0" y="1181147"/>
          <a:ext cx="9905999" cy="1179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Automatically writes updates to the LogEntry table</a:t>
          </a:r>
        </a:p>
      </dsp:txBody>
      <dsp:txXfrm>
        <a:off x="0" y="1181147"/>
        <a:ext cx="9905999" cy="1179418"/>
      </dsp:txXfrm>
    </dsp:sp>
    <dsp:sp modelId="{B7A4FB8D-DA38-498F-A8BB-92F6E2EC4618}">
      <dsp:nvSpPr>
        <dsp:cNvPr id="0" name=""/>
        <dsp:cNvSpPr/>
      </dsp:nvSpPr>
      <dsp:spPr>
        <a:xfrm>
          <a:off x="0" y="2360566"/>
          <a:ext cx="99059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6432A1-E5EE-4F49-948A-C120F57E1FE4}">
      <dsp:nvSpPr>
        <dsp:cNvPr id="0" name=""/>
        <dsp:cNvSpPr/>
      </dsp:nvSpPr>
      <dsp:spPr>
        <a:xfrm>
          <a:off x="0" y="2360566"/>
          <a:ext cx="9905999" cy="11794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Allows review of all system changes in chronological order</a:t>
          </a:r>
        </a:p>
      </dsp:txBody>
      <dsp:txXfrm>
        <a:off x="0" y="2360566"/>
        <a:ext cx="9905999" cy="117941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9BD7B1-1C06-4B9D-8084-EA1C05183F38}">
      <dsp:nvSpPr>
        <dsp:cNvPr id="0" name=""/>
        <dsp:cNvSpPr/>
      </dsp:nvSpPr>
      <dsp:spPr>
        <a:xfrm>
          <a:off x="0" y="432"/>
          <a:ext cx="99059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5D7E56-9CCC-472F-88BC-75ED458EF174}">
      <dsp:nvSpPr>
        <dsp:cNvPr id="0" name=""/>
        <dsp:cNvSpPr/>
      </dsp:nvSpPr>
      <dsp:spPr>
        <a:xfrm>
          <a:off x="0" y="432"/>
          <a:ext cx="9905999" cy="354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During the demo, we will showcase the following sequence:</a:t>
          </a:r>
        </a:p>
      </dsp:txBody>
      <dsp:txXfrm>
        <a:off x="0" y="432"/>
        <a:ext cx="9905999" cy="354084"/>
      </dsp:txXfrm>
    </dsp:sp>
    <dsp:sp modelId="{D0CF5BFF-0F68-421E-A405-8CCF8A75E3F2}">
      <dsp:nvSpPr>
        <dsp:cNvPr id="0" name=""/>
        <dsp:cNvSpPr/>
      </dsp:nvSpPr>
      <dsp:spPr>
        <a:xfrm>
          <a:off x="0" y="354517"/>
          <a:ext cx="99059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A07ED2-59FF-405D-AA80-74D784A97AA4}">
      <dsp:nvSpPr>
        <dsp:cNvPr id="0" name=""/>
        <dsp:cNvSpPr/>
      </dsp:nvSpPr>
      <dsp:spPr>
        <a:xfrm>
          <a:off x="0" y="354517"/>
          <a:ext cx="9905999" cy="354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List all conferences</a:t>
          </a:r>
        </a:p>
      </dsp:txBody>
      <dsp:txXfrm>
        <a:off x="0" y="354517"/>
        <a:ext cx="9905999" cy="354084"/>
      </dsp:txXfrm>
    </dsp:sp>
    <dsp:sp modelId="{2D408A7E-B1E6-4CFF-ACA3-D8DBCDFB6F75}">
      <dsp:nvSpPr>
        <dsp:cNvPr id="0" name=""/>
        <dsp:cNvSpPr/>
      </dsp:nvSpPr>
      <dsp:spPr>
        <a:xfrm>
          <a:off x="0" y="708602"/>
          <a:ext cx="99059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6FFB6A-65DB-44FA-96B0-4DBA647E744F}">
      <dsp:nvSpPr>
        <dsp:cNvPr id="0" name=""/>
        <dsp:cNvSpPr/>
      </dsp:nvSpPr>
      <dsp:spPr>
        <a:xfrm>
          <a:off x="0" y="708602"/>
          <a:ext cx="9905999" cy="354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View sessions for a selected conference</a:t>
          </a:r>
        </a:p>
      </dsp:txBody>
      <dsp:txXfrm>
        <a:off x="0" y="708602"/>
        <a:ext cx="9905999" cy="354084"/>
      </dsp:txXfrm>
    </dsp:sp>
    <dsp:sp modelId="{C4FFA4F9-C2F1-49B5-92D9-5B21825681A0}">
      <dsp:nvSpPr>
        <dsp:cNvPr id="0" name=""/>
        <dsp:cNvSpPr/>
      </dsp:nvSpPr>
      <dsp:spPr>
        <a:xfrm>
          <a:off x="0" y="1062687"/>
          <a:ext cx="99059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33C0C5-9EB2-4514-9756-AB5A726D828D}">
      <dsp:nvSpPr>
        <dsp:cNvPr id="0" name=""/>
        <dsp:cNvSpPr/>
      </dsp:nvSpPr>
      <dsp:spPr>
        <a:xfrm>
          <a:off x="0" y="1062687"/>
          <a:ext cx="9905999" cy="354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View room schedules by date</a:t>
          </a:r>
        </a:p>
      </dsp:txBody>
      <dsp:txXfrm>
        <a:off x="0" y="1062687"/>
        <a:ext cx="9905999" cy="354084"/>
      </dsp:txXfrm>
    </dsp:sp>
    <dsp:sp modelId="{4AC6E040-F1A9-4AD6-837B-7233684894F0}">
      <dsp:nvSpPr>
        <dsp:cNvPr id="0" name=""/>
        <dsp:cNvSpPr/>
      </dsp:nvSpPr>
      <dsp:spPr>
        <a:xfrm>
          <a:off x="0" y="1416772"/>
          <a:ext cx="99059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EAE1B6-F8A0-4933-8C08-9488DA4D9935}">
      <dsp:nvSpPr>
        <dsp:cNvPr id="0" name=""/>
        <dsp:cNvSpPr/>
      </dsp:nvSpPr>
      <dsp:spPr>
        <a:xfrm>
          <a:off x="0" y="1416772"/>
          <a:ext cx="9905999" cy="354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Add a new session (user input)</a:t>
          </a:r>
        </a:p>
      </dsp:txBody>
      <dsp:txXfrm>
        <a:off x="0" y="1416772"/>
        <a:ext cx="9905999" cy="354084"/>
      </dsp:txXfrm>
    </dsp:sp>
    <dsp:sp modelId="{7BCB94B2-6379-4BEA-9360-7AEFBF44F3F4}">
      <dsp:nvSpPr>
        <dsp:cNvPr id="0" name=""/>
        <dsp:cNvSpPr/>
      </dsp:nvSpPr>
      <dsp:spPr>
        <a:xfrm>
          <a:off x="0" y="1770856"/>
          <a:ext cx="99059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D8ED8-53DB-423B-BAD4-18FCD84C88A9}">
      <dsp:nvSpPr>
        <dsp:cNvPr id="0" name=""/>
        <dsp:cNvSpPr/>
      </dsp:nvSpPr>
      <dsp:spPr>
        <a:xfrm>
          <a:off x="0" y="1770857"/>
          <a:ext cx="9905999" cy="354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Assign a speaker to the new session</a:t>
          </a:r>
        </a:p>
      </dsp:txBody>
      <dsp:txXfrm>
        <a:off x="0" y="1770857"/>
        <a:ext cx="9905999" cy="354084"/>
      </dsp:txXfrm>
    </dsp:sp>
    <dsp:sp modelId="{6697D31E-377A-4552-881B-3C9F07A842BA}">
      <dsp:nvSpPr>
        <dsp:cNvPr id="0" name=""/>
        <dsp:cNvSpPr/>
      </dsp:nvSpPr>
      <dsp:spPr>
        <a:xfrm>
          <a:off x="0" y="2124941"/>
          <a:ext cx="99059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49B974-F4DA-40D6-8B35-B51A7DEE229D}">
      <dsp:nvSpPr>
        <dsp:cNvPr id="0" name=""/>
        <dsp:cNvSpPr/>
      </dsp:nvSpPr>
      <dsp:spPr>
        <a:xfrm>
          <a:off x="0" y="2124941"/>
          <a:ext cx="9905999" cy="354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Assign the session to a room scheduling slot</a:t>
          </a:r>
        </a:p>
      </dsp:txBody>
      <dsp:txXfrm>
        <a:off x="0" y="2124941"/>
        <a:ext cx="9905999" cy="354084"/>
      </dsp:txXfrm>
    </dsp:sp>
    <dsp:sp modelId="{F97F53AC-D934-4D2C-91F6-0E796BC4F107}">
      <dsp:nvSpPr>
        <dsp:cNvPr id="0" name=""/>
        <dsp:cNvSpPr/>
      </dsp:nvSpPr>
      <dsp:spPr>
        <a:xfrm>
          <a:off x="0" y="2479026"/>
          <a:ext cx="99059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9F5856-F838-4DE4-9DF4-7F9C690AD783}">
      <dsp:nvSpPr>
        <dsp:cNvPr id="0" name=""/>
        <dsp:cNvSpPr/>
      </dsp:nvSpPr>
      <dsp:spPr>
        <a:xfrm>
          <a:off x="0" y="2479026"/>
          <a:ext cx="9905999" cy="354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Update a room schedule status</a:t>
          </a:r>
        </a:p>
      </dsp:txBody>
      <dsp:txXfrm>
        <a:off x="0" y="2479026"/>
        <a:ext cx="9905999" cy="354084"/>
      </dsp:txXfrm>
    </dsp:sp>
    <dsp:sp modelId="{F3616C7B-BABF-4304-B6C0-977F75D3DDAA}">
      <dsp:nvSpPr>
        <dsp:cNvPr id="0" name=""/>
        <dsp:cNvSpPr/>
      </dsp:nvSpPr>
      <dsp:spPr>
        <a:xfrm>
          <a:off x="0" y="2833111"/>
          <a:ext cx="99059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176CDB-7A93-4C1C-935E-9890EDCDD712}">
      <dsp:nvSpPr>
        <dsp:cNvPr id="0" name=""/>
        <dsp:cNvSpPr/>
      </dsp:nvSpPr>
      <dsp:spPr>
        <a:xfrm>
          <a:off x="0" y="2833111"/>
          <a:ext cx="9905999" cy="354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Display log entries confirming updates</a:t>
          </a:r>
        </a:p>
      </dsp:txBody>
      <dsp:txXfrm>
        <a:off x="0" y="2833111"/>
        <a:ext cx="9905999" cy="354084"/>
      </dsp:txXfrm>
    </dsp:sp>
    <dsp:sp modelId="{E9729BE6-7CEE-422E-A126-4E195296BAE3}">
      <dsp:nvSpPr>
        <dsp:cNvPr id="0" name=""/>
        <dsp:cNvSpPr/>
      </dsp:nvSpPr>
      <dsp:spPr>
        <a:xfrm>
          <a:off x="0" y="3187196"/>
          <a:ext cx="99059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CBDE2B-BECB-4950-8DA3-D0DBC78E0640}">
      <dsp:nvSpPr>
        <dsp:cNvPr id="0" name=""/>
        <dsp:cNvSpPr/>
      </dsp:nvSpPr>
      <dsp:spPr>
        <a:xfrm>
          <a:off x="0" y="3187196"/>
          <a:ext cx="9905999" cy="354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This demonstrates full-cycle functionality from creation → scheduling → logging.</a:t>
          </a:r>
        </a:p>
      </dsp:txBody>
      <dsp:txXfrm>
        <a:off x="0" y="3187196"/>
        <a:ext cx="9905999" cy="35408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34A0D6-D1ED-4D6B-B26A-B69E466186F5}">
      <dsp:nvSpPr>
        <dsp:cNvPr id="0" name=""/>
        <dsp:cNvSpPr/>
      </dsp:nvSpPr>
      <dsp:spPr>
        <a:xfrm>
          <a:off x="0" y="2077"/>
          <a:ext cx="6692748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1590148-FFF9-406D-8233-7BE303D6D589}">
      <dsp:nvSpPr>
        <dsp:cNvPr id="0" name=""/>
        <dsp:cNvSpPr/>
      </dsp:nvSpPr>
      <dsp:spPr>
        <a:xfrm>
          <a:off x="0" y="2077"/>
          <a:ext cx="6692748" cy="708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Our conference management system integrates:</a:t>
          </a:r>
        </a:p>
      </dsp:txBody>
      <dsp:txXfrm>
        <a:off x="0" y="2077"/>
        <a:ext cx="6692748" cy="708478"/>
      </dsp:txXfrm>
    </dsp:sp>
    <dsp:sp modelId="{AB387684-65E9-42C3-997D-FDFA9078AF4E}">
      <dsp:nvSpPr>
        <dsp:cNvPr id="0" name=""/>
        <dsp:cNvSpPr/>
      </dsp:nvSpPr>
      <dsp:spPr>
        <a:xfrm>
          <a:off x="0" y="710555"/>
          <a:ext cx="6692748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D159E8-D51A-4F2F-8EEA-118E8FA922D6}">
      <dsp:nvSpPr>
        <dsp:cNvPr id="0" name=""/>
        <dsp:cNvSpPr/>
      </dsp:nvSpPr>
      <dsp:spPr>
        <a:xfrm>
          <a:off x="0" y="710555"/>
          <a:ext cx="6692748" cy="708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normalized relational database (8 entities)</a:t>
          </a:r>
        </a:p>
      </dsp:txBody>
      <dsp:txXfrm>
        <a:off x="0" y="710555"/>
        <a:ext cx="6692748" cy="708478"/>
      </dsp:txXfrm>
    </dsp:sp>
    <dsp:sp modelId="{7CA168EE-31C7-47F6-882D-5D40191DFE9C}">
      <dsp:nvSpPr>
        <dsp:cNvPr id="0" name=""/>
        <dsp:cNvSpPr/>
      </dsp:nvSpPr>
      <dsp:spPr>
        <a:xfrm>
          <a:off x="0" y="1419033"/>
          <a:ext cx="6692748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C24D3AD-F25C-4C62-86B8-4E622E05078D}">
      <dsp:nvSpPr>
        <dsp:cNvPr id="0" name=""/>
        <dsp:cNvSpPr/>
      </dsp:nvSpPr>
      <dsp:spPr>
        <a:xfrm>
          <a:off x="0" y="1419033"/>
          <a:ext cx="6692748" cy="708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complete SQL schema and sample dataset</a:t>
          </a:r>
        </a:p>
      </dsp:txBody>
      <dsp:txXfrm>
        <a:off x="0" y="1419033"/>
        <a:ext cx="6692748" cy="708478"/>
      </dsp:txXfrm>
    </dsp:sp>
    <dsp:sp modelId="{04C5C88D-AFA5-49AE-80A0-B413E3AB2028}">
      <dsp:nvSpPr>
        <dsp:cNvPr id="0" name=""/>
        <dsp:cNvSpPr/>
      </dsp:nvSpPr>
      <dsp:spPr>
        <a:xfrm>
          <a:off x="0" y="2127512"/>
          <a:ext cx="6692748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E1F6F1C-7823-4258-AC0B-30F16EAE39EB}">
      <dsp:nvSpPr>
        <dsp:cNvPr id="0" name=""/>
        <dsp:cNvSpPr/>
      </dsp:nvSpPr>
      <dsp:spPr>
        <a:xfrm>
          <a:off x="0" y="2127512"/>
          <a:ext cx="6692748" cy="708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Python-based interactive application</a:t>
          </a:r>
        </a:p>
      </dsp:txBody>
      <dsp:txXfrm>
        <a:off x="0" y="2127512"/>
        <a:ext cx="6692748" cy="708478"/>
      </dsp:txXfrm>
    </dsp:sp>
    <dsp:sp modelId="{8D52619E-51B8-4FEF-A5C0-CA869FECD68B}">
      <dsp:nvSpPr>
        <dsp:cNvPr id="0" name=""/>
        <dsp:cNvSpPr/>
      </dsp:nvSpPr>
      <dsp:spPr>
        <a:xfrm>
          <a:off x="0" y="2835990"/>
          <a:ext cx="6692748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6996F81-95C7-4566-A7F2-3AEE29C80767}">
      <dsp:nvSpPr>
        <dsp:cNvPr id="0" name=""/>
        <dsp:cNvSpPr/>
      </dsp:nvSpPr>
      <dsp:spPr>
        <a:xfrm>
          <a:off x="0" y="2835990"/>
          <a:ext cx="6692748" cy="708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Full support for scheduling, speaker assignment, logging, and data lookup</a:t>
          </a:r>
        </a:p>
      </dsp:txBody>
      <dsp:txXfrm>
        <a:off x="0" y="2835990"/>
        <a:ext cx="6692748" cy="708478"/>
      </dsp:txXfrm>
    </dsp:sp>
    <dsp:sp modelId="{E3D97D9F-3955-4CB4-B5CF-1E52F1762C93}">
      <dsp:nvSpPr>
        <dsp:cNvPr id="0" name=""/>
        <dsp:cNvSpPr/>
      </dsp:nvSpPr>
      <dsp:spPr>
        <a:xfrm>
          <a:off x="0" y="3544468"/>
          <a:ext cx="6692748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B75ABF3-B8F8-451D-8A0D-0B48C5D63A68}">
      <dsp:nvSpPr>
        <dsp:cNvPr id="0" name=""/>
        <dsp:cNvSpPr/>
      </dsp:nvSpPr>
      <dsp:spPr>
        <a:xfrm>
          <a:off x="0" y="3544468"/>
          <a:ext cx="6692748" cy="708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This satisfies all requirements across Phases 1, 2, and 3 and demonstrates a functional database-backed management system.</a:t>
          </a:r>
        </a:p>
      </dsp:txBody>
      <dsp:txXfrm>
        <a:off x="0" y="3544468"/>
        <a:ext cx="6692748" cy="70847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AC1F16-B528-48B2-BB2A-1626EA766588}">
      <dsp:nvSpPr>
        <dsp:cNvPr id="0" name=""/>
        <dsp:cNvSpPr/>
      </dsp:nvSpPr>
      <dsp:spPr>
        <a:xfrm>
          <a:off x="0" y="250364"/>
          <a:ext cx="9905999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153DD6-8316-4582-8E85-59A26F75745B}">
      <dsp:nvSpPr>
        <dsp:cNvPr id="0" name=""/>
        <dsp:cNvSpPr/>
      </dsp:nvSpPr>
      <dsp:spPr>
        <a:xfrm>
          <a:off x="495299" y="58484"/>
          <a:ext cx="6934199" cy="3837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The GitHub repository contains:</a:t>
          </a:r>
          <a:endParaRPr lang="en-US" sz="1300" kern="1200"/>
        </a:p>
      </dsp:txBody>
      <dsp:txXfrm>
        <a:off x="514033" y="77218"/>
        <a:ext cx="6896731" cy="346292"/>
      </dsp:txXfrm>
    </dsp:sp>
    <dsp:sp modelId="{5F2FC15C-88DA-427D-B3A4-6EF109BAA562}">
      <dsp:nvSpPr>
        <dsp:cNvPr id="0" name=""/>
        <dsp:cNvSpPr/>
      </dsp:nvSpPr>
      <dsp:spPr>
        <a:xfrm>
          <a:off x="0" y="840044"/>
          <a:ext cx="9905999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6EF151-3820-4612-B9BF-A38C6CE2DFFE}">
      <dsp:nvSpPr>
        <dsp:cNvPr id="0" name=""/>
        <dsp:cNvSpPr/>
      </dsp:nvSpPr>
      <dsp:spPr>
        <a:xfrm>
          <a:off x="495299" y="648164"/>
          <a:ext cx="6934199" cy="38376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conference_database.sql — schema + sample data</a:t>
          </a:r>
          <a:endParaRPr lang="en-US" sz="1300" kern="1200"/>
        </a:p>
      </dsp:txBody>
      <dsp:txXfrm>
        <a:off x="514033" y="666898"/>
        <a:ext cx="6896731" cy="346292"/>
      </dsp:txXfrm>
    </dsp:sp>
    <dsp:sp modelId="{80A677C0-D2E1-496D-BEC5-79E477BE2BF2}">
      <dsp:nvSpPr>
        <dsp:cNvPr id="0" name=""/>
        <dsp:cNvSpPr/>
      </dsp:nvSpPr>
      <dsp:spPr>
        <a:xfrm>
          <a:off x="0" y="1429724"/>
          <a:ext cx="9905999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D5BCDD-2ABE-4D6A-AA59-A351AB394D9B}">
      <dsp:nvSpPr>
        <dsp:cNvPr id="0" name=""/>
        <dsp:cNvSpPr/>
      </dsp:nvSpPr>
      <dsp:spPr>
        <a:xfrm>
          <a:off x="495299" y="1237845"/>
          <a:ext cx="6934199" cy="38376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queries.sql — query demonstration script</a:t>
          </a:r>
          <a:endParaRPr lang="en-US" sz="1300" kern="1200"/>
        </a:p>
      </dsp:txBody>
      <dsp:txXfrm>
        <a:off x="514033" y="1256579"/>
        <a:ext cx="6896731" cy="346292"/>
      </dsp:txXfrm>
    </dsp:sp>
    <dsp:sp modelId="{2C7657C0-0AB1-4007-B8DF-1662E7DD7E2A}">
      <dsp:nvSpPr>
        <dsp:cNvPr id="0" name=""/>
        <dsp:cNvSpPr/>
      </dsp:nvSpPr>
      <dsp:spPr>
        <a:xfrm>
          <a:off x="0" y="2019405"/>
          <a:ext cx="9905999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D3BB5-F989-4476-BA13-8A49519D0871}">
      <dsp:nvSpPr>
        <dsp:cNvPr id="0" name=""/>
        <dsp:cNvSpPr/>
      </dsp:nvSpPr>
      <dsp:spPr>
        <a:xfrm>
          <a:off x="495299" y="1827525"/>
          <a:ext cx="6934199" cy="3837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app.py — interactive application layer</a:t>
          </a:r>
          <a:endParaRPr lang="en-US" sz="1300" kern="1200"/>
        </a:p>
      </dsp:txBody>
      <dsp:txXfrm>
        <a:off x="514033" y="1846259"/>
        <a:ext cx="6896731" cy="346292"/>
      </dsp:txXfrm>
    </dsp:sp>
    <dsp:sp modelId="{76758EFA-9BD5-48A6-8F68-C0AFA44652C2}">
      <dsp:nvSpPr>
        <dsp:cNvPr id="0" name=""/>
        <dsp:cNvSpPr/>
      </dsp:nvSpPr>
      <dsp:spPr>
        <a:xfrm>
          <a:off x="0" y="2609084"/>
          <a:ext cx="9905999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C841E7-57D2-4767-994B-507C19403E8C}">
      <dsp:nvSpPr>
        <dsp:cNvPr id="0" name=""/>
        <dsp:cNvSpPr/>
      </dsp:nvSpPr>
      <dsp:spPr>
        <a:xfrm>
          <a:off x="495299" y="2417205"/>
          <a:ext cx="6934199" cy="38376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README.md — documentation and setup instructions</a:t>
          </a:r>
          <a:endParaRPr lang="en-US" sz="1300" kern="1200"/>
        </a:p>
      </dsp:txBody>
      <dsp:txXfrm>
        <a:off x="514033" y="2435939"/>
        <a:ext cx="6896731" cy="346292"/>
      </dsp:txXfrm>
    </dsp:sp>
    <dsp:sp modelId="{4CC6A8A0-D40C-4490-92D3-CCFFCBCC7B2A}">
      <dsp:nvSpPr>
        <dsp:cNvPr id="0" name=""/>
        <dsp:cNvSpPr/>
      </dsp:nvSpPr>
      <dsp:spPr>
        <a:xfrm>
          <a:off x="0" y="3198765"/>
          <a:ext cx="9905999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49B522-BDF6-4826-BCC1-70E34187A390}">
      <dsp:nvSpPr>
        <dsp:cNvPr id="0" name=""/>
        <dsp:cNvSpPr/>
      </dsp:nvSpPr>
      <dsp:spPr>
        <a:xfrm>
          <a:off x="495299" y="3006885"/>
          <a:ext cx="6934199" cy="3837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baseline="0"/>
            <a:t>/slides — presentation files</a:t>
          </a:r>
          <a:endParaRPr lang="en-US" sz="1300" kern="1200"/>
        </a:p>
      </dsp:txBody>
      <dsp:txXfrm>
        <a:off x="514033" y="3025619"/>
        <a:ext cx="6896731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21EBF-A0CA-4AB1-9ED1-01D58319E82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E0945-0F8F-4121-BBB4-FBFD82B58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61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b843dbf4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b843dbf4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53b35309a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53b35309a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80C50CD-E178-4744-9B35-B2F624D6C5E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14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804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09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250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99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637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189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310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22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244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0924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87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620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87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420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573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45945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8233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 3" descr="Computer Servers">
            <a:extLst>
              <a:ext uri="{FF2B5EF4-FFF2-40B4-BE49-F238E27FC236}">
                <a16:creationId xmlns:a16="http://schemas.microsoft.com/office/drawing/2014/main" id="{E34A110E-4A03-00A5-AEF0-B2154990132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58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60D6E8-D04F-5661-A073-53211FFA1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62067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100">
                <a:solidFill>
                  <a:srgbClr val="FFFFFF"/>
                </a:solidFill>
              </a:rPr>
              <a:t>Database Systems: Phase 3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07632-4BB8-BFBC-9E54-2EE612970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108182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By Kris Pichon &amp; Zion Kondou</a:t>
            </a:r>
          </a:p>
        </p:txBody>
      </p:sp>
    </p:spTree>
    <p:extLst>
      <p:ext uri="{BB962C8B-B14F-4D97-AF65-F5344CB8AC3E}">
        <p14:creationId xmlns:p14="http://schemas.microsoft.com/office/powerpoint/2010/main" val="2655927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5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21174-2B0D-70ED-6371-FAC9FB69A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System Description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53FFDB-2BD8-76AE-C600-5306E6E21E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3859177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691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93041-5613-78B3-73AF-423979746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en-US"/>
              <a:t>Use-Case Description</a:t>
            </a: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19CF9078-9579-1B6C-CDE9-0D8AE20C06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4202761"/>
              </p:ext>
            </p:extLst>
          </p:nvPr>
        </p:nvGraphicFramePr>
        <p:xfrm>
          <a:off x="5532120" y="978408"/>
          <a:ext cx="6144768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111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9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DA49C-0F82-F2CC-A629-181B945A9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Use-Case Description (Continued)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E12CFEBD-4720-AFDD-B523-C151BD42012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614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A351C-C7AF-AB08-B9DD-77BAFFC52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E/R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9FA70-D892-A163-7C59-63EE2E5DC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Our E/R design includes </a:t>
            </a:r>
            <a:r>
              <a:rPr lang="en-US" b="1"/>
              <a:t>eight entities</a:t>
            </a:r>
            <a:r>
              <a:rPr lang="en-US"/>
              <a:t> and models two key many-to-many relationships via associative tables:</a:t>
            </a:r>
          </a:p>
          <a:p>
            <a:r>
              <a:rPr lang="en-US" b="1"/>
              <a:t>Relationship Highlights: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i="1"/>
              <a:t>Conference → Session</a:t>
            </a:r>
            <a:r>
              <a:rPr lang="en-US"/>
              <a:t> (1:N)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/>
              <a:t>Room → </a:t>
            </a:r>
            <a:r>
              <a:rPr lang="en-US" i="1" err="1"/>
              <a:t>RoomSchedule</a:t>
            </a:r>
            <a:r>
              <a:rPr lang="en-US"/>
              <a:t> (1:N)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>
                <a:highlight>
                  <a:srgbClr val="800000"/>
                </a:highlight>
              </a:rPr>
              <a:t>Session ↔ </a:t>
            </a:r>
            <a:r>
              <a:rPr lang="en-US" i="1" err="1">
                <a:highlight>
                  <a:srgbClr val="800000"/>
                </a:highlight>
              </a:rPr>
              <a:t>RoomSchedule</a:t>
            </a:r>
            <a:r>
              <a:rPr lang="en-US">
                <a:highlight>
                  <a:srgbClr val="800000"/>
                </a:highlight>
              </a:rPr>
              <a:t> via </a:t>
            </a:r>
            <a:r>
              <a:rPr lang="en-US" b="1" err="1">
                <a:highlight>
                  <a:srgbClr val="800000"/>
                </a:highlight>
              </a:rPr>
              <a:t>SessionRoomAssignment</a:t>
            </a:r>
            <a:r>
              <a:rPr lang="en-US">
                <a:highlight>
                  <a:srgbClr val="800000"/>
                </a:highlight>
              </a:rPr>
              <a:t> (M:N)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>
                <a:highlight>
                  <a:srgbClr val="800000"/>
                </a:highlight>
              </a:rPr>
              <a:t>Session ↔ Speaker</a:t>
            </a:r>
            <a:r>
              <a:rPr lang="en-US">
                <a:highlight>
                  <a:srgbClr val="800000"/>
                </a:highlight>
              </a:rPr>
              <a:t> via </a:t>
            </a:r>
            <a:r>
              <a:rPr lang="en-US" b="1" err="1">
                <a:highlight>
                  <a:srgbClr val="800000"/>
                </a:highlight>
              </a:rPr>
              <a:t>SpeakerAssignment</a:t>
            </a:r>
            <a:r>
              <a:rPr lang="en-US">
                <a:highlight>
                  <a:srgbClr val="800000"/>
                </a:highlight>
              </a:rPr>
              <a:t> (M:N)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i="1" err="1"/>
              <a:t>RoomSchedule</a:t>
            </a:r>
            <a:r>
              <a:rPr lang="en-US" i="1"/>
              <a:t> → </a:t>
            </a:r>
            <a:r>
              <a:rPr lang="en-US" i="1" err="1"/>
              <a:t>LogEntry</a:t>
            </a:r>
            <a:r>
              <a:rPr lang="en-US"/>
              <a:t> (1:N)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0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algn="ctr"/>
            <a:r>
              <a:rPr lang="en" u="sng"/>
              <a:t>E/R Diagram</a:t>
            </a:r>
            <a:endParaRPr u="sng"/>
          </a:p>
        </p:txBody>
      </p:sp>
      <p:sp>
        <p:nvSpPr>
          <p:cNvPr id="146" name="Google Shape;146;p14"/>
          <p:cNvSpPr txBox="1"/>
          <p:nvPr/>
        </p:nvSpPr>
        <p:spPr>
          <a:xfrm>
            <a:off x="8882600" y="1059200"/>
            <a:ext cx="3109200" cy="5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indent="-397923">
              <a:buClr>
                <a:schemeClr val="lt1"/>
              </a:buClr>
              <a:buSzPts val="1100"/>
              <a:buChar char="-"/>
            </a:pPr>
            <a:r>
              <a:rPr lang="en" sz="1467"/>
              <a:t>The E/R diagram that represents the logical structure of the database</a:t>
            </a:r>
            <a:endParaRPr sz="1467"/>
          </a:p>
          <a:p>
            <a:pPr marL="609585"/>
            <a:endParaRPr sz="1467"/>
          </a:p>
          <a:p>
            <a:pPr marL="609585" indent="-397923">
              <a:buClr>
                <a:schemeClr val="lt1"/>
              </a:buClr>
              <a:buSzPts val="1100"/>
              <a:buChar char="-"/>
            </a:pPr>
            <a:r>
              <a:rPr lang="en" sz="1467"/>
              <a:t>This ensures the design stays normalized and avoids redundant data.</a:t>
            </a:r>
            <a:endParaRPr sz="1467"/>
          </a:p>
          <a:p>
            <a:endParaRPr sz="1467">
              <a:solidFill>
                <a:srgbClr val="FF0000"/>
              </a:solidFill>
            </a:endParaRPr>
          </a:p>
          <a:p>
            <a:endParaRPr sz="1467">
              <a:solidFill>
                <a:srgbClr val="FF0000"/>
              </a:solidFill>
            </a:endParaRPr>
          </a:p>
          <a:p>
            <a:endParaRPr sz="1733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8713000" y="2890300"/>
            <a:ext cx="34788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733" u="sng">
                <a:latin typeface="Lato"/>
                <a:ea typeface="Lato"/>
                <a:cs typeface="Lato"/>
                <a:sym typeface="Lato"/>
              </a:rPr>
              <a:t>8 Entities :</a:t>
            </a:r>
            <a:endParaRPr sz="1733" u="sng">
              <a:latin typeface="Lato"/>
              <a:ea typeface="Lato"/>
              <a:cs typeface="Lato"/>
              <a:sym typeface="Lato"/>
            </a:endParaRPr>
          </a:p>
          <a:p>
            <a:pPr marL="609585" indent="-414856">
              <a:buClr>
                <a:schemeClr val="lt1"/>
              </a:buClr>
              <a:buSzPts val="1300"/>
              <a:buFont typeface="Lato"/>
              <a:buAutoNum type="arabicPeriod"/>
            </a:pPr>
            <a:r>
              <a:rPr lang="en" sz="1733">
                <a:latin typeface="Lato"/>
                <a:ea typeface="Lato"/>
                <a:cs typeface="Lato"/>
                <a:sym typeface="Lato"/>
              </a:rPr>
              <a:t>Conference</a:t>
            </a:r>
            <a:endParaRPr sz="1733">
              <a:latin typeface="Lato"/>
              <a:ea typeface="Lato"/>
              <a:cs typeface="Lato"/>
              <a:sym typeface="Lato"/>
            </a:endParaRPr>
          </a:p>
          <a:p>
            <a:pPr marL="609585" indent="-414856">
              <a:buClr>
                <a:schemeClr val="lt1"/>
              </a:buClr>
              <a:buSzPts val="1300"/>
              <a:buFont typeface="Lato"/>
              <a:buAutoNum type="arabicPeriod"/>
            </a:pPr>
            <a:r>
              <a:rPr lang="en" sz="1733">
                <a:latin typeface="Lato"/>
                <a:ea typeface="Lato"/>
                <a:cs typeface="Lato"/>
                <a:sym typeface="Lato"/>
              </a:rPr>
              <a:t>Session</a:t>
            </a:r>
            <a:endParaRPr sz="1733">
              <a:latin typeface="Lato"/>
              <a:ea typeface="Lato"/>
              <a:cs typeface="Lato"/>
              <a:sym typeface="Lato"/>
            </a:endParaRPr>
          </a:p>
          <a:p>
            <a:pPr marL="609585" indent="-414856">
              <a:buClr>
                <a:schemeClr val="lt1"/>
              </a:buClr>
              <a:buSzPts val="1300"/>
              <a:buFont typeface="Lato"/>
              <a:buAutoNum type="arabicPeriod"/>
            </a:pPr>
            <a:r>
              <a:rPr lang="en" sz="1733">
                <a:latin typeface="Lato"/>
                <a:ea typeface="Lato"/>
                <a:cs typeface="Lato"/>
                <a:sym typeface="Lato"/>
              </a:rPr>
              <a:t>Room</a:t>
            </a:r>
            <a:endParaRPr sz="1733">
              <a:latin typeface="Lato"/>
              <a:ea typeface="Lato"/>
              <a:cs typeface="Lato"/>
              <a:sym typeface="Lato"/>
            </a:endParaRPr>
          </a:p>
          <a:p>
            <a:pPr marL="609585" indent="-414856">
              <a:buClr>
                <a:schemeClr val="lt1"/>
              </a:buClr>
              <a:buSzPts val="1300"/>
              <a:buFont typeface="Lato"/>
              <a:buAutoNum type="arabicPeriod"/>
            </a:pPr>
            <a:r>
              <a:rPr lang="en" sz="1733">
                <a:latin typeface="Lato"/>
                <a:ea typeface="Lato"/>
                <a:cs typeface="Lato"/>
                <a:sym typeface="Lato"/>
              </a:rPr>
              <a:t>RoomSchedule</a:t>
            </a:r>
            <a:endParaRPr sz="1733">
              <a:latin typeface="Lato"/>
              <a:ea typeface="Lato"/>
              <a:cs typeface="Lato"/>
              <a:sym typeface="Lato"/>
            </a:endParaRPr>
          </a:p>
          <a:p>
            <a:pPr marL="609585" indent="-414856">
              <a:buClr>
                <a:schemeClr val="lt1"/>
              </a:buClr>
              <a:buSzPts val="1300"/>
              <a:buFont typeface="Lato"/>
              <a:buAutoNum type="arabicPeriod"/>
            </a:pPr>
            <a:r>
              <a:rPr lang="en" sz="1733">
                <a:latin typeface="Lato"/>
                <a:ea typeface="Lato"/>
                <a:cs typeface="Lato"/>
                <a:sym typeface="Lato"/>
              </a:rPr>
              <a:t>SessionRoomAssignment</a:t>
            </a:r>
            <a:endParaRPr sz="1733">
              <a:latin typeface="Lato"/>
              <a:ea typeface="Lato"/>
              <a:cs typeface="Lato"/>
              <a:sym typeface="Lato"/>
            </a:endParaRPr>
          </a:p>
          <a:p>
            <a:pPr marL="609585" indent="-414856">
              <a:buClr>
                <a:schemeClr val="lt1"/>
              </a:buClr>
              <a:buSzPts val="1300"/>
              <a:buFont typeface="Lato"/>
              <a:buAutoNum type="arabicPeriod"/>
            </a:pPr>
            <a:r>
              <a:rPr lang="en" sz="1733">
                <a:latin typeface="Lato"/>
                <a:ea typeface="Lato"/>
                <a:cs typeface="Lato"/>
                <a:sym typeface="Lato"/>
              </a:rPr>
              <a:t>Speaker</a:t>
            </a:r>
            <a:endParaRPr sz="1733">
              <a:latin typeface="Lato"/>
              <a:ea typeface="Lato"/>
              <a:cs typeface="Lato"/>
              <a:sym typeface="Lato"/>
            </a:endParaRPr>
          </a:p>
          <a:p>
            <a:pPr marL="609585" indent="-414856">
              <a:buClr>
                <a:schemeClr val="lt1"/>
              </a:buClr>
              <a:buSzPts val="1300"/>
              <a:buFont typeface="Lato"/>
              <a:buAutoNum type="arabicPeriod"/>
            </a:pPr>
            <a:r>
              <a:rPr lang="en" sz="1733">
                <a:latin typeface="Lato"/>
                <a:ea typeface="Lato"/>
                <a:cs typeface="Lato"/>
                <a:sym typeface="Lato"/>
              </a:rPr>
              <a:t>SpeakerAssignment</a:t>
            </a:r>
            <a:endParaRPr sz="1733">
              <a:latin typeface="Lato"/>
              <a:ea typeface="Lato"/>
              <a:cs typeface="Lato"/>
              <a:sym typeface="Lato"/>
            </a:endParaRPr>
          </a:p>
          <a:p>
            <a:pPr marL="609585" indent="-414856">
              <a:buClr>
                <a:schemeClr val="lt1"/>
              </a:buClr>
              <a:buSzPts val="1300"/>
              <a:buFont typeface="Lato"/>
              <a:buAutoNum type="arabicPeriod"/>
            </a:pPr>
            <a:r>
              <a:rPr lang="en" sz="1733">
                <a:latin typeface="Lato"/>
                <a:ea typeface="Lato"/>
                <a:cs typeface="Lato"/>
                <a:sym typeface="Lato"/>
              </a:rPr>
              <a:t>LogEntry</a:t>
            </a:r>
            <a:endParaRPr sz="1733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8" name="Google Shape;14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6133" y="1425284"/>
            <a:ext cx="6015432" cy="4660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algn="ctr"/>
            <a:r>
              <a:rPr lang="en" u="sng"/>
              <a:t>E/R Diagram</a:t>
            </a:r>
            <a:endParaRPr u="sng"/>
          </a:p>
        </p:txBody>
      </p:sp>
      <p:sp>
        <p:nvSpPr>
          <p:cNvPr id="154" name="Google Shape;154;p15"/>
          <p:cNvSpPr txBox="1"/>
          <p:nvPr/>
        </p:nvSpPr>
        <p:spPr>
          <a:xfrm>
            <a:off x="8767167" y="634966"/>
            <a:ext cx="3424833" cy="541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endParaRPr sz="1600" u="sng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endParaRPr sz="16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endParaRPr sz="16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r>
              <a:rPr lang="en" sz="1600">
                <a:latin typeface="Lato"/>
                <a:ea typeface="Lato"/>
                <a:cs typeface="Lato"/>
                <a:sym typeface="Lato"/>
              </a:rPr>
              <a:t>5. RoomSchedule → SessionRoomAssignment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r>
              <a:rPr lang="en" sz="1600">
                <a:latin typeface="Lato"/>
                <a:ea typeface="Lato"/>
                <a:cs typeface="Lato"/>
                <a:sym typeface="Lato"/>
              </a:rPr>
              <a:t>(One-to-Many) 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endParaRPr sz="1600">
              <a:latin typeface="Lato"/>
              <a:ea typeface="Lato"/>
              <a:cs typeface="Lato"/>
              <a:sym typeface="Lato"/>
            </a:endParaRPr>
          </a:p>
          <a:p>
            <a:endParaRPr sz="1600">
              <a:latin typeface="Lato"/>
              <a:ea typeface="Lato"/>
              <a:cs typeface="Lato"/>
              <a:sym typeface="Lato"/>
            </a:endParaRPr>
          </a:p>
          <a:p>
            <a:r>
              <a:rPr lang="en" sz="1600">
                <a:highlight>
                  <a:srgbClr val="800000"/>
                </a:highlight>
                <a:latin typeface="Lato"/>
                <a:ea typeface="Lato"/>
                <a:cs typeface="Lato"/>
                <a:sym typeface="Lato"/>
              </a:rPr>
              <a:t>6. Session ↔ RoomSchedule  (Many-to-Many via SessionRoomAssignment)  </a:t>
            </a:r>
            <a:endParaRPr sz="1600">
              <a:highlight>
                <a:srgbClr val="800000"/>
              </a:highlight>
              <a:latin typeface="Lato"/>
              <a:ea typeface="Lato"/>
              <a:cs typeface="Lato"/>
              <a:sym typeface="Lato"/>
            </a:endParaRPr>
          </a:p>
          <a:p>
            <a:endParaRPr sz="1600">
              <a:highlight>
                <a:srgbClr val="FFFF00"/>
              </a:highlight>
              <a:latin typeface="Lato"/>
              <a:ea typeface="Lato"/>
              <a:cs typeface="Lato"/>
              <a:sym typeface="Lato"/>
            </a:endParaRPr>
          </a:p>
          <a:p>
            <a:r>
              <a:rPr lang="en" sz="1600">
                <a:latin typeface="Lato"/>
                <a:ea typeface="Lato"/>
                <a:cs typeface="Lato"/>
                <a:sym typeface="Lato"/>
              </a:rPr>
              <a:t>7. Speaker → SpeakerAssignment  (One-to-Many) 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endParaRPr sz="1600">
              <a:latin typeface="Lato"/>
              <a:ea typeface="Lato"/>
              <a:cs typeface="Lato"/>
              <a:sym typeface="Lato"/>
            </a:endParaRPr>
          </a:p>
          <a:p>
            <a:r>
              <a:rPr lang="en" sz="1600">
                <a:highlight>
                  <a:srgbClr val="800000"/>
                </a:highlight>
                <a:latin typeface="Lato"/>
                <a:ea typeface="Lato"/>
                <a:cs typeface="Lato"/>
                <a:sym typeface="Lato"/>
              </a:rPr>
              <a:t>8. Session ↔ Speaker </a:t>
            </a:r>
            <a:endParaRPr sz="1600">
              <a:highlight>
                <a:srgbClr val="800000"/>
              </a:highlight>
              <a:latin typeface="Lato"/>
              <a:ea typeface="Lato"/>
              <a:cs typeface="Lato"/>
              <a:sym typeface="Lato"/>
            </a:endParaRPr>
          </a:p>
          <a:p>
            <a:r>
              <a:rPr lang="en" sz="1600">
                <a:highlight>
                  <a:srgbClr val="800000"/>
                </a:highlight>
                <a:latin typeface="Lato"/>
                <a:ea typeface="Lato"/>
                <a:cs typeface="Lato"/>
                <a:sym typeface="Lato"/>
              </a:rPr>
              <a:t> (Many-to-Many via </a:t>
            </a:r>
            <a:endParaRPr sz="1600">
              <a:highlight>
                <a:srgbClr val="800000"/>
              </a:highlight>
              <a:latin typeface="Lato"/>
              <a:ea typeface="Lato"/>
              <a:cs typeface="Lato"/>
              <a:sym typeface="Lato"/>
            </a:endParaRPr>
          </a:p>
          <a:p>
            <a:r>
              <a:rPr lang="en" sz="1600">
                <a:highlight>
                  <a:srgbClr val="800000"/>
                </a:highlight>
                <a:latin typeface="Lato"/>
                <a:ea typeface="Lato"/>
                <a:cs typeface="Lato"/>
                <a:sym typeface="Lato"/>
              </a:rPr>
              <a:t>SpeakerAssignment)</a:t>
            </a:r>
            <a:endParaRPr sz="1600">
              <a:highlight>
                <a:srgbClr val="800000"/>
              </a:highlight>
              <a:latin typeface="Lato"/>
              <a:ea typeface="Lato"/>
              <a:cs typeface="Lato"/>
              <a:sym typeface="Lato"/>
            </a:endParaRPr>
          </a:p>
          <a:p>
            <a:endParaRPr sz="16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endParaRPr sz="16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endParaRPr sz="16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0" y="1743801"/>
            <a:ext cx="3508000" cy="4780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414856"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733" u="sng">
                <a:latin typeface="Lato"/>
                <a:ea typeface="Lato"/>
                <a:cs typeface="Lato"/>
                <a:sym typeface="Lato"/>
              </a:rPr>
              <a:t>8 relationships: </a:t>
            </a:r>
            <a:endParaRPr sz="1733" u="sng">
              <a:latin typeface="Lato"/>
              <a:ea typeface="Lato"/>
              <a:cs typeface="Lato"/>
              <a:sym typeface="Lato"/>
            </a:endParaRPr>
          </a:p>
          <a:p>
            <a:pPr marL="609585"/>
            <a:r>
              <a:rPr lang="en" sz="1733">
                <a:latin typeface="Lato"/>
                <a:ea typeface="Lato"/>
                <a:cs typeface="Lato"/>
                <a:sym typeface="Lato"/>
              </a:rPr>
              <a:t>6 one-to-many, </a:t>
            </a:r>
            <a:endParaRPr sz="1733">
              <a:latin typeface="Lato"/>
              <a:ea typeface="Lato"/>
              <a:cs typeface="Lato"/>
              <a:sym typeface="Lato"/>
            </a:endParaRPr>
          </a:p>
          <a:p>
            <a:pPr marL="609585"/>
            <a:r>
              <a:rPr lang="en" sz="1733">
                <a:highlight>
                  <a:srgbClr val="800000"/>
                </a:highlight>
                <a:latin typeface="Lato"/>
                <a:ea typeface="Lato"/>
                <a:cs typeface="Lato"/>
                <a:sym typeface="Lato"/>
              </a:rPr>
              <a:t>2 many-to-many</a:t>
            </a:r>
            <a:endParaRPr sz="1733">
              <a:highlight>
                <a:srgbClr val="800000"/>
              </a:highlight>
              <a:latin typeface="Lato"/>
              <a:ea typeface="Lato"/>
              <a:cs typeface="Lato"/>
              <a:sym typeface="Lato"/>
            </a:endParaRPr>
          </a:p>
          <a:p>
            <a:endParaRPr sz="1733">
              <a:latin typeface="Lato"/>
              <a:ea typeface="Lato"/>
              <a:cs typeface="Lato"/>
              <a:sym typeface="Lato"/>
            </a:endParaRPr>
          </a:p>
          <a:p>
            <a:r>
              <a:rPr lang="en" sz="1600">
                <a:latin typeface="Lato"/>
                <a:ea typeface="Lato"/>
                <a:cs typeface="Lato"/>
                <a:sym typeface="Lato"/>
              </a:rPr>
              <a:t>1. Conference → Session  (One-to-Many) 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endParaRPr sz="1600">
              <a:latin typeface="Lato"/>
              <a:ea typeface="Lato"/>
              <a:cs typeface="Lato"/>
              <a:sym typeface="Lato"/>
            </a:endParaRPr>
          </a:p>
          <a:p>
            <a:r>
              <a:rPr lang="en" sz="1600">
                <a:latin typeface="Lato"/>
                <a:ea typeface="Lato"/>
                <a:cs typeface="Lato"/>
                <a:sym typeface="Lato"/>
              </a:rPr>
              <a:t>2. Room → RoomSchedule  (One-to-Many) 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endParaRPr sz="1600">
              <a:latin typeface="Lato"/>
              <a:ea typeface="Lato"/>
              <a:cs typeface="Lato"/>
              <a:sym typeface="Lato"/>
            </a:endParaRPr>
          </a:p>
          <a:p>
            <a:r>
              <a:rPr lang="en" sz="1600">
                <a:latin typeface="Lato"/>
                <a:ea typeface="Lato"/>
                <a:cs typeface="Lato"/>
                <a:sym typeface="Lato"/>
              </a:rPr>
              <a:t>3. RoomSchedule → LogEntry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r>
              <a:rPr lang="en" sz="1600">
                <a:latin typeface="Lato"/>
                <a:ea typeface="Lato"/>
                <a:cs typeface="Lato"/>
                <a:sym typeface="Lato"/>
              </a:rPr>
              <a:t>(One-to-Many)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endParaRPr sz="1600">
              <a:latin typeface="Lato"/>
              <a:ea typeface="Lato"/>
              <a:cs typeface="Lato"/>
              <a:sym typeface="Lato"/>
            </a:endParaRPr>
          </a:p>
          <a:p>
            <a:r>
              <a:rPr lang="en" sz="1600">
                <a:latin typeface="Lato"/>
                <a:ea typeface="Lato"/>
                <a:cs typeface="Lato"/>
                <a:sym typeface="Lato"/>
              </a:rPr>
              <a:t>4. Session → SessionRoomAssignment (One-to-Many)  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endParaRPr sz="16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endParaRPr sz="1733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6" name="Google Shape;15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4934" y="1874985"/>
            <a:ext cx="5542233" cy="4293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&#10;&#10;Description automatically generated">
            <a:extLst>
              <a:ext uri="{FF2B5EF4-FFF2-40B4-BE49-F238E27FC236}">
                <a16:creationId xmlns:a16="http://schemas.microsoft.com/office/drawing/2014/main" id="{225C65BE-7C5C-C4B6-369F-F317FDB44C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43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3599B-8CDE-B350-BCE2-980E7C5A5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Relational Schema</a:t>
            </a:r>
          </a:p>
        </p:txBody>
      </p:sp>
      <p:graphicFrame>
        <p:nvGraphicFramePr>
          <p:cNvPr id="78" name="Content Placeholder 2">
            <a:extLst>
              <a:ext uri="{FF2B5EF4-FFF2-40B4-BE49-F238E27FC236}">
                <a16:creationId xmlns:a16="http://schemas.microsoft.com/office/drawing/2014/main" id="{C95B540C-05DD-35CB-D2FE-F00311087D7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2" y="2249487"/>
          <a:ext cx="9905999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107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8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9CC8D7-6D67-3D93-C749-C602D2F50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/>
              <a:t>Implementation Details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E6D17D-27E1-FF24-A5C0-83288EBDEF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1277715"/>
              </p:ext>
            </p:extLst>
          </p:nvPr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051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AE4726C-1831-4FE3-9A11-227F0DC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B651D7F7-8C54-448E-A268-1CBFAD87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E3B56E94-40E1-489A-98B2-A3238D66A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C09FB3-EBC9-EAD6-1FF4-328C593E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697" y="618518"/>
            <a:ext cx="6050713" cy="1478570"/>
          </a:xfrm>
        </p:spPr>
        <p:txBody>
          <a:bodyPr>
            <a:normAutofit/>
          </a:bodyPr>
          <a:lstStyle/>
          <a:p>
            <a:r>
              <a:rPr lang="en-US"/>
              <a:t>Application Layer</a:t>
            </a:r>
          </a:p>
        </p:txBody>
      </p:sp>
      <p:pic>
        <p:nvPicPr>
          <p:cNvPr id="6" name="Picture 5" descr="Computer script on a screen">
            <a:extLst>
              <a:ext uri="{FF2B5EF4-FFF2-40B4-BE49-F238E27FC236}">
                <a16:creationId xmlns:a16="http://schemas.microsoft.com/office/drawing/2014/main" id="{BDB3B75B-F02F-9E3F-79F4-C8259020C5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54" r="47326" b="-1"/>
          <a:stretch>
            <a:fillRect/>
          </a:stretch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916825F-759B-4F1A-BA80-AF7137691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AF64541-DE3B-4DBB-84E1-907956469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9175DCC0-514A-4CA1-AD9A-1BB0FFF1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10371924-94D9-48AF-9D5B-6471775B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964FF9-A41A-438C-A22B-62690C98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61716CD6-1875-4567-B3E2-364CD0960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31A293D3-7189-453D-AB91-1291AAFF3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87CB4EFE-58B3-4326-9CFB-A2AFADDFA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249CF4D3-B5A3-4287-BC9D-E9BB8FA6E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4D2515F2-4D11-41AF-A6B1-7D084BEA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331BCBF4-0DC2-426E-84B3-AE38E403C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EC8AF156-0BE9-437D-A83B-87364146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AC8CB256-3F62-4406-88F5-CE2421FF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F3E812EB-415E-4B60-B0FB-65386882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EB4C95D7-8E6D-45EC-8CA1-9123D71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83F62FD2-2F62-4495-997C-8BD7F95AB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B7DFE0F9-22A3-4846-8D4E-0D193BD3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244DAF25-7415-491A-9FF6-E04BC2DC2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7ACA3646-863C-4D00-A58A-62C7FE71C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0EA18B38-BD42-45ED-8458-FB205DBC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45302917-5DBE-4CF2-B52F-478F93FD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id="{8E61E6FD-D40E-479C-ABE9-2B69AE20D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6">
              <a:extLst>
                <a:ext uri="{FF2B5EF4-FFF2-40B4-BE49-F238E27FC236}">
                  <a16:creationId xmlns:a16="http://schemas.microsoft.com/office/drawing/2014/main" id="{2F4DEB4F-F824-48D7-AF9B-B5D905DCD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27">
              <a:extLst>
                <a:ext uri="{FF2B5EF4-FFF2-40B4-BE49-F238E27FC236}">
                  <a16:creationId xmlns:a16="http://schemas.microsoft.com/office/drawing/2014/main" id="{F76CFA02-6090-4464-B573-BCA350C90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28">
              <a:extLst>
                <a:ext uri="{FF2B5EF4-FFF2-40B4-BE49-F238E27FC236}">
                  <a16:creationId xmlns:a16="http://schemas.microsoft.com/office/drawing/2014/main" id="{51BE8BEC-76C7-41FE-AB76-35194C244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29">
              <a:extLst>
                <a:ext uri="{FF2B5EF4-FFF2-40B4-BE49-F238E27FC236}">
                  <a16:creationId xmlns:a16="http://schemas.microsoft.com/office/drawing/2014/main" id="{710F61D4-3B34-45A9-B9B7-CE0373AB4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451F080F-4CFB-4626-87CA-BB4CACA1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1">
              <a:extLst>
                <a:ext uri="{FF2B5EF4-FFF2-40B4-BE49-F238E27FC236}">
                  <a16:creationId xmlns:a16="http://schemas.microsoft.com/office/drawing/2014/main" id="{667BBD71-2295-4A66-B76C-F82175C2B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B6644DE8-5BD1-4D5F-B245-0D3A21BCE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4DE8FD0-E681-4D9C-85C2-BEA4C2B3A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D46033BD-1026-4388-B926-9D11E1D7C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1FA74D4C-2E28-42C5-A7FA-3C7D6BD8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FADF7B3F-903C-456C-983E-C9868DDAB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033F8698-1549-44AD-8DAD-0055D7B80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F1BDD4B6-46FD-4048-ADF1-32EADD9E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E7F387A7-B3BF-4B1A-BFCA-2D21AD3DF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7A1B6BC8-EA82-459D-A0E0-4EBE394E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1">
              <a:extLst>
                <a:ext uri="{FF2B5EF4-FFF2-40B4-BE49-F238E27FC236}">
                  <a16:creationId xmlns:a16="http://schemas.microsoft.com/office/drawing/2014/main" id="{8B94E190-DDC2-4545-906F-A1699BD73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2">
              <a:extLst>
                <a:ext uri="{FF2B5EF4-FFF2-40B4-BE49-F238E27FC236}">
                  <a16:creationId xmlns:a16="http://schemas.microsoft.com/office/drawing/2014/main" id="{D9807239-A5BA-4BB3-9194-BCE3B2F21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3">
              <a:extLst>
                <a:ext uri="{FF2B5EF4-FFF2-40B4-BE49-F238E27FC236}">
                  <a16:creationId xmlns:a16="http://schemas.microsoft.com/office/drawing/2014/main" id="{04D300FD-DC53-4375-8981-09EA63BCF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4">
              <a:extLst>
                <a:ext uri="{FF2B5EF4-FFF2-40B4-BE49-F238E27FC236}">
                  <a16:creationId xmlns:a16="http://schemas.microsoft.com/office/drawing/2014/main" id="{1DF83FFD-4C16-41FD-928F-6E88AFC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5B4BC2F-B667-462B-99D8-0C433124A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6" name="Freeform 46">
              <a:extLst>
                <a:ext uri="{FF2B5EF4-FFF2-40B4-BE49-F238E27FC236}">
                  <a16:creationId xmlns:a16="http://schemas.microsoft.com/office/drawing/2014/main" id="{0CBD9EFB-AC61-4674-B75A-56449003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47">
              <a:extLst>
                <a:ext uri="{FF2B5EF4-FFF2-40B4-BE49-F238E27FC236}">
                  <a16:creationId xmlns:a16="http://schemas.microsoft.com/office/drawing/2014/main" id="{1AD4BBB0-F6A7-451F-BE09-DF619F38E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48">
              <a:extLst>
                <a:ext uri="{FF2B5EF4-FFF2-40B4-BE49-F238E27FC236}">
                  <a16:creationId xmlns:a16="http://schemas.microsoft.com/office/drawing/2014/main" id="{A258B285-AE5E-473A-AA72-3C95E1D8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49">
              <a:extLst>
                <a:ext uri="{FF2B5EF4-FFF2-40B4-BE49-F238E27FC236}">
                  <a16:creationId xmlns:a16="http://schemas.microsoft.com/office/drawing/2014/main" id="{7BEEDDE5-CB8A-4DF9-858F-4D9462D9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0">
              <a:extLst>
                <a:ext uri="{FF2B5EF4-FFF2-40B4-BE49-F238E27FC236}">
                  <a16:creationId xmlns:a16="http://schemas.microsoft.com/office/drawing/2014/main" id="{DA1C731B-9B66-4D65-BF47-04B11810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1">
              <a:extLst>
                <a:ext uri="{FF2B5EF4-FFF2-40B4-BE49-F238E27FC236}">
                  <a16:creationId xmlns:a16="http://schemas.microsoft.com/office/drawing/2014/main" id="{58DBFEC6-C6DC-4B7A-934F-5A79EC32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2">
              <a:extLst>
                <a:ext uri="{FF2B5EF4-FFF2-40B4-BE49-F238E27FC236}">
                  <a16:creationId xmlns:a16="http://schemas.microsoft.com/office/drawing/2014/main" id="{9948D8CB-2DBE-4E48-98EA-DF9E2666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3">
              <a:extLst>
                <a:ext uri="{FF2B5EF4-FFF2-40B4-BE49-F238E27FC236}">
                  <a16:creationId xmlns:a16="http://schemas.microsoft.com/office/drawing/2014/main" id="{56AB69F6-9F0B-4AB6-BCA8-AA2FD69E9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4">
              <a:extLst>
                <a:ext uri="{FF2B5EF4-FFF2-40B4-BE49-F238E27FC236}">
                  <a16:creationId xmlns:a16="http://schemas.microsoft.com/office/drawing/2014/main" id="{0E7FB426-288D-4B0B-B73B-10CCC0EF4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5">
              <a:extLst>
                <a:ext uri="{FF2B5EF4-FFF2-40B4-BE49-F238E27FC236}">
                  <a16:creationId xmlns:a16="http://schemas.microsoft.com/office/drawing/2014/main" id="{A5C59C6B-46C9-48C9-9F57-2EE738B5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Freeform 56">
              <a:extLst>
                <a:ext uri="{FF2B5EF4-FFF2-40B4-BE49-F238E27FC236}">
                  <a16:creationId xmlns:a16="http://schemas.microsoft.com/office/drawing/2014/main" id="{7CE85F33-17DC-4273-B06F-D17109444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7" name="Freeform 57">
              <a:extLst>
                <a:ext uri="{FF2B5EF4-FFF2-40B4-BE49-F238E27FC236}">
                  <a16:creationId xmlns:a16="http://schemas.microsoft.com/office/drawing/2014/main" id="{5CD001CF-F2C4-4810-A8D9-679F9F89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8" name="Freeform 58">
              <a:extLst>
                <a:ext uri="{FF2B5EF4-FFF2-40B4-BE49-F238E27FC236}">
                  <a16:creationId xmlns:a16="http://schemas.microsoft.com/office/drawing/2014/main" id="{69F4BCDD-D153-40D2-8DD1-2509EE0CE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368E1C18-23EE-DAA7-2066-26EF5F5A2B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68958" y="2249487"/>
            <a:ext cx="6078453" cy="35417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We created a Python CLI application (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app.py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) to provide an interactive front-end for database operations.</a:t>
            </a:r>
            <a:b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</a:b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</a:rPr>
              <a:t>Features include:</a:t>
            </a: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Menu-driven interface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User input for parameters (</a:t>
            </a:r>
            <a:r>
              <a:rPr kumimoji="0" lang="en-US" altLang="en-US" sz="15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conference_id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5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session_id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5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schedule_id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dates, etc.)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Modular functions mapping directly to system use cases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Automatic logging of schedule updates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This application simulates a functional administrative console for conference scheduling.</a:t>
            </a:r>
          </a:p>
        </p:txBody>
      </p:sp>
    </p:spTree>
    <p:extLst>
      <p:ext uri="{BB962C8B-B14F-4D97-AF65-F5344CB8AC3E}">
        <p14:creationId xmlns:p14="http://schemas.microsoft.com/office/powerpoint/2010/main" val="828186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A3D0024-C889-E63B-0498-9C646976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2519" y="618518"/>
            <a:ext cx="3084891" cy="1478570"/>
          </a:xfrm>
        </p:spPr>
        <p:txBody>
          <a:bodyPr>
            <a:normAutofit/>
          </a:bodyPr>
          <a:lstStyle/>
          <a:p>
            <a:r>
              <a:rPr lang="en-US" sz="3200"/>
              <a:t>Important Features Demo</a:t>
            </a:r>
          </a:p>
        </p:txBody>
      </p:sp>
      <p:pic>
        <p:nvPicPr>
          <p:cNvPr id="5" name="Picture 4" descr="Old computer monitors">
            <a:extLst>
              <a:ext uri="{FF2B5EF4-FFF2-40B4-BE49-F238E27FC236}">
                <a16:creationId xmlns:a16="http://schemas.microsoft.com/office/drawing/2014/main" id="{3863652D-2EB8-5F47-B4EC-4DFA2A033B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277" r="16980" b="-1"/>
          <a:stretch>
            <a:fillRect/>
          </a:stretch>
        </p:blipFill>
        <p:spPr>
          <a:xfrm>
            <a:off x="-5597" y="10"/>
            <a:ext cx="7558541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Freeform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7" name="Freeform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5C231-997D-C31A-1A24-1470EC386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2519" y="2249487"/>
            <a:ext cx="3084892" cy="3541714"/>
          </a:xfrm>
        </p:spPr>
        <p:txBody>
          <a:bodyPr>
            <a:normAutofit/>
          </a:bodyPr>
          <a:lstStyle/>
          <a:p>
            <a:r>
              <a:rPr lang="en-US" sz="1700"/>
              <a:t>The application demonstrates:</a:t>
            </a:r>
          </a:p>
          <a:p>
            <a:r>
              <a:rPr lang="en-US" sz="1700" b="1"/>
              <a:t>Data Retrieval:</a:t>
            </a:r>
            <a:endParaRPr lang="en-US" sz="1700"/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List all conferences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View sessions under a specific conference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View room schedules filtered by 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Display all speakers and speaker assignments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58375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270675-9512-4978-8583-36659256E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3D0024-C889-E63B-0498-9C646976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/>
              <a:t>Important Features Demo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6337D9-BB06-1FE8-61BD-55606A60D6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4579314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0989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D0024-C889-E63B-0498-9C6469764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Important Features Demo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3C3F5B-9142-4722-9EC0-8B29AF2E405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2" y="2249487"/>
          <a:ext cx="9905999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921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AE4726C-1831-4FE3-9A11-227F0DC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B651D7F7-8C54-448E-A268-1CBFAD87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E3B56E94-40E1-489A-98B2-A3238D66A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3C6DF3-E512-EC84-B583-DD27DF55A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697" y="618518"/>
            <a:ext cx="6050713" cy="1478570"/>
          </a:xfrm>
        </p:spPr>
        <p:txBody>
          <a:bodyPr>
            <a:normAutofit/>
          </a:bodyPr>
          <a:lstStyle/>
          <a:p>
            <a:r>
              <a:rPr lang="en-US"/>
              <a:t>Example SQL Operations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57BFB204-61D3-DEB6-E199-CDCD6714BB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980" r="44999"/>
          <a:stretch>
            <a:fillRect/>
          </a:stretch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916825F-759B-4F1A-BA80-AF7137691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AF64541-DE3B-4DBB-84E1-907956469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9175DCC0-514A-4CA1-AD9A-1BB0FFF1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10371924-94D9-48AF-9D5B-6471775B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964FF9-A41A-438C-A22B-62690C98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61716CD6-1875-4567-B3E2-364CD0960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31A293D3-7189-453D-AB91-1291AAFF3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87CB4EFE-58B3-4326-9CFB-A2AFADDFA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249CF4D3-B5A3-4287-BC9D-E9BB8FA6E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4D2515F2-4D11-41AF-A6B1-7D084BEA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331BCBF4-0DC2-426E-84B3-AE38E403C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EC8AF156-0BE9-437D-A83B-87364146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AC8CB256-3F62-4406-88F5-CE2421FF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F3E812EB-415E-4B60-B0FB-65386882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EB4C95D7-8E6D-45EC-8CA1-9123D71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83F62FD2-2F62-4495-997C-8BD7F95AB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B7DFE0F9-22A3-4846-8D4E-0D193BD3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244DAF25-7415-491A-9FF6-E04BC2DC2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7ACA3646-863C-4D00-A58A-62C7FE71C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0EA18B38-BD42-45ED-8458-FB205DBC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45302917-5DBE-4CF2-B52F-478F93FD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id="{8E61E6FD-D40E-479C-ABE9-2B69AE20D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6">
              <a:extLst>
                <a:ext uri="{FF2B5EF4-FFF2-40B4-BE49-F238E27FC236}">
                  <a16:creationId xmlns:a16="http://schemas.microsoft.com/office/drawing/2014/main" id="{2F4DEB4F-F824-48D7-AF9B-B5D905DCD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27">
              <a:extLst>
                <a:ext uri="{FF2B5EF4-FFF2-40B4-BE49-F238E27FC236}">
                  <a16:creationId xmlns:a16="http://schemas.microsoft.com/office/drawing/2014/main" id="{F76CFA02-6090-4464-B573-BCA350C90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28">
              <a:extLst>
                <a:ext uri="{FF2B5EF4-FFF2-40B4-BE49-F238E27FC236}">
                  <a16:creationId xmlns:a16="http://schemas.microsoft.com/office/drawing/2014/main" id="{51BE8BEC-76C7-41FE-AB76-35194C244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29">
              <a:extLst>
                <a:ext uri="{FF2B5EF4-FFF2-40B4-BE49-F238E27FC236}">
                  <a16:creationId xmlns:a16="http://schemas.microsoft.com/office/drawing/2014/main" id="{710F61D4-3B34-45A9-B9B7-CE0373AB4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451F080F-4CFB-4626-87CA-BB4CACA1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1">
              <a:extLst>
                <a:ext uri="{FF2B5EF4-FFF2-40B4-BE49-F238E27FC236}">
                  <a16:creationId xmlns:a16="http://schemas.microsoft.com/office/drawing/2014/main" id="{667BBD71-2295-4A66-B76C-F82175C2B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B6644DE8-5BD1-4D5F-B245-0D3A21BCE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4DE8FD0-E681-4D9C-85C2-BEA4C2B3A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D46033BD-1026-4388-B926-9D11E1D7C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1FA74D4C-2E28-42C5-A7FA-3C7D6BD8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FADF7B3F-903C-456C-983E-C9868DDAB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033F8698-1549-44AD-8DAD-0055D7B80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F1BDD4B6-46FD-4048-ADF1-32EADD9E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E7F387A7-B3BF-4B1A-BFCA-2D21AD3DF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7A1B6BC8-EA82-459D-A0E0-4EBE394E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1">
              <a:extLst>
                <a:ext uri="{FF2B5EF4-FFF2-40B4-BE49-F238E27FC236}">
                  <a16:creationId xmlns:a16="http://schemas.microsoft.com/office/drawing/2014/main" id="{8B94E190-DDC2-4545-906F-A1699BD73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2">
              <a:extLst>
                <a:ext uri="{FF2B5EF4-FFF2-40B4-BE49-F238E27FC236}">
                  <a16:creationId xmlns:a16="http://schemas.microsoft.com/office/drawing/2014/main" id="{D9807239-A5BA-4BB3-9194-BCE3B2F21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3">
              <a:extLst>
                <a:ext uri="{FF2B5EF4-FFF2-40B4-BE49-F238E27FC236}">
                  <a16:creationId xmlns:a16="http://schemas.microsoft.com/office/drawing/2014/main" id="{04D300FD-DC53-4375-8981-09EA63BCF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4">
              <a:extLst>
                <a:ext uri="{FF2B5EF4-FFF2-40B4-BE49-F238E27FC236}">
                  <a16:creationId xmlns:a16="http://schemas.microsoft.com/office/drawing/2014/main" id="{1DF83FFD-4C16-41FD-928F-6E88AFC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5B4BC2F-B667-462B-99D8-0C433124A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6" name="Freeform 46">
              <a:extLst>
                <a:ext uri="{FF2B5EF4-FFF2-40B4-BE49-F238E27FC236}">
                  <a16:creationId xmlns:a16="http://schemas.microsoft.com/office/drawing/2014/main" id="{0CBD9EFB-AC61-4674-B75A-56449003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47">
              <a:extLst>
                <a:ext uri="{FF2B5EF4-FFF2-40B4-BE49-F238E27FC236}">
                  <a16:creationId xmlns:a16="http://schemas.microsoft.com/office/drawing/2014/main" id="{1AD4BBB0-F6A7-451F-BE09-DF619F38E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48">
              <a:extLst>
                <a:ext uri="{FF2B5EF4-FFF2-40B4-BE49-F238E27FC236}">
                  <a16:creationId xmlns:a16="http://schemas.microsoft.com/office/drawing/2014/main" id="{A258B285-AE5E-473A-AA72-3C95E1D8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49">
              <a:extLst>
                <a:ext uri="{FF2B5EF4-FFF2-40B4-BE49-F238E27FC236}">
                  <a16:creationId xmlns:a16="http://schemas.microsoft.com/office/drawing/2014/main" id="{7BEEDDE5-CB8A-4DF9-858F-4D9462D9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0">
              <a:extLst>
                <a:ext uri="{FF2B5EF4-FFF2-40B4-BE49-F238E27FC236}">
                  <a16:creationId xmlns:a16="http://schemas.microsoft.com/office/drawing/2014/main" id="{DA1C731B-9B66-4D65-BF47-04B11810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1">
              <a:extLst>
                <a:ext uri="{FF2B5EF4-FFF2-40B4-BE49-F238E27FC236}">
                  <a16:creationId xmlns:a16="http://schemas.microsoft.com/office/drawing/2014/main" id="{58DBFEC6-C6DC-4B7A-934F-5A79EC32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2">
              <a:extLst>
                <a:ext uri="{FF2B5EF4-FFF2-40B4-BE49-F238E27FC236}">
                  <a16:creationId xmlns:a16="http://schemas.microsoft.com/office/drawing/2014/main" id="{9948D8CB-2DBE-4E48-98EA-DF9E2666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3">
              <a:extLst>
                <a:ext uri="{FF2B5EF4-FFF2-40B4-BE49-F238E27FC236}">
                  <a16:creationId xmlns:a16="http://schemas.microsoft.com/office/drawing/2014/main" id="{56AB69F6-9F0B-4AB6-BCA8-AA2FD69E9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4">
              <a:extLst>
                <a:ext uri="{FF2B5EF4-FFF2-40B4-BE49-F238E27FC236}">
                  <a16:creationId xmlns:a16="http://schemas.microsoft.com/office/drawing/2014/main" id="{0E7FB426-288D-4B0B-B73B-10CCC0EF4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5">
              <a:extLst>
                <a:ext uri="{FF2B5EF4-FFF2-40B4-BE49-F238E27FC236}">
                  <a16:creationId xmlns:a16="http://schemas.microsoft.com/office/drawing/2014/main" id="{A5C59C6B-46C9-48C9-9F57-2EE738B5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Freeform 56">
              <a:extLst>
                <a:ext uri="{FF2B5EF4-FFF2-40B4-BE49-F238E27FC236}">
                  <a16:creationId xmlns:a16="http://schemas.microsoft.com/office/drawing/2014/main" id="{7CE85F33-17DC-4273-B06F-D17109444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7" name="Freeform 57">
              <a:extLst>
                <a:ext uri="{FF2B5EF4-FFF2-40B4-BE49-F238E27FC236}">
                  <a16:creationId xmlns:a16="http://schemas.microsoft.com/office/drawing/2014/main" id="{5CD001CF-F2C4-4810-A8D9-679F9F89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8" name="Freeform 58">
              <a:extLst>
                <a:ext uri="{FF2B5EF4-FFF2-40B4-BE49-F238E27FC236}">
                  <a16:creationId xmlns:a16="http://schemas.microsoft.com/office/drawing/2014/main" id="{69F4BCDD-D153-40D2-8DD1-2509EE0CE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6BCD8229-87A4-35A5-6D4D-75C05B775A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68958" y="2249487"/>
            <a:ext cx="6078453" cy="35417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Examples of SQL operations executed through Python: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-- Update schedule status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UPDATE </a:t>
            </a:r>
            <a:r>
              <a:rPr kumimoji="0" lang="en-US" altLang="en-US" sz="800" b="0" i="0" u="none" strike="noStrike" cap="none" normalizeH="0" baseline="0" err="1">
                <a:ln>
                  <a:noFill/>
                </a:ln>
                <a:effectLst/>
                <a:latin typeface="Arial Unicode MS"/>
              </a:rPr>
              <a:t>RoomSchedule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 SET status = ? WHERE </a:t>
            </a:r>
            <a:r>
              <a:rPr kumimoji="0" lang="en-US" altLang="en-US" sz="800" b="0" i="0" u="none" strike="noStrike" cap="none" normalizeH="0" baseline="0" err="1">
                <a:ln>
                  <a:noFill/>
                </a:ln>
                <a:effectLst/>
                <a:latin typeface="Arial Unicode MS"/>
              </a:rPr>
              <a:t>schedule_id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 = ?;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>
              <a:ln>
                <a:noFill/>
              </a:ln>
              <a:effectLst/>
              <a:latin typeface="Arial Unicode MS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-- Assign speaker to session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INSERT INTO </a:t>
            </a:r>
            <a:r>
              <a:rPr kumimoji="0" lang="en-US" altLang="en-US" sz="800" b="0" i="0" u="none" strike="noStrike" cap="none" normalizeH="0" baseline="0" err="1">
                <a:ln>
                  <a:noFill/>
                </a:ln>
                <a:effectLst/>
                <a:latin typeface="Arial Unicode MS"/>
              </a:rPr>
              <a:t>SpeakerAssignment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 (</a:t>
            </a:r>
            <a:r>
              <a:rPr kumimoji="0" lang="en-US" altLang="en-US" sz="800" b="0" i="0" u="none" strike="noStrike" cap="none" normalizeH="0" baseline="0" err="1">
                <a:ln>
                  <a:noFill/>
                </a:ln>
                <a:effectLst/>
                <a:latin typeface="Arial Unicode MS"/>
              </a:rPr>
              <a:t>session_id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, </a:t>
            </a:r>
            <a:r>
              <a:rPr kumimoji="0" lang="en-US" altLang="en-US" sz="800" b="0" i="0" u="none" strike="noStrike" cap="none" normalizeH="0" baseline="0" err="1">
                <a:ln>
                  <a:noFill/>
                </a:ln>
                <a:effectLst/>
                <a:latin typeface="Arial Unicode MS"/>
              </a:rPr>
              <a:t>speaker_id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)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VALUES (?, ?);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>
              <a:ln>
                <a:noFill/>
              </a:ln>
              <a:effectLst/>
              <a:latin typeface="Arial Unicode MS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-- Find room schedule for a given date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SELECT * FROM </a:t>
            </a:r>
            <a:r>
              <a:rPr kumimoji="0" lang="en-US" altLang="en-US" sz="800" b="0" i="0" u="none" strike="noStrike" cap="none" normalizeH="0" baseline="0" err="1">
                <a:ln>
                  <a:noFill/>
                </a:ln>
                <a:effectLst/>
                <a:latin typeface="Arial Unicode MS"/>
              </a:rPr>
              <a:t>RoomSchedule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 WHERE date = ?;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>
              <a:ln>
                <a:noFill/>
              </a:ln>
              <a:effectLst/>
              <a:latin typeface="Arial Unicode MS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-- Insert new session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INSERT INTO Session (</a:t>
            </a:r>
            <a:r>
              <a:rPr kumimoji="0" lang="en-US" altLang="en-US" sz="800" b="0" i="0" u="none" strike="noStrike" cap="none" normalizeH="0" baseline="0" err="1">
                <a:ln>
                  <a:noFill/>
                </a:ln>
                <a:effectLst/>
                <a:latin typeface="Arial Unicode MS"/>
              </a:rPr>
              <a:t>session_id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, </a:t>
            </a:r>
            <a:r>
              <a:rPr kumimoji="0" lang="en-US" altLang="en-US" sz="800" b="0" i="0" u="none" strike="noStrike" cap="none" normalizeH="0" baseline="0" err="1">
                <a:ln>
                  <a:noFill/>
                </a:ln>
                <a:effectLst/>
                <a:latin typeface="Arial Unicode MS"/>
              </a:rPr>
              <a:t>conference_id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, title)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VALUES (?, ?, ?);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sz="800"/>
              <a:t>All operations use placeholders (?) filled with user-provided input at runtime</a:t>
            </a:r>
            <a:endParaRPr kumimoji="0" lang="en-US" altLang="en-US" sz="800" b="0" i="0" u="none" strike="noStrike" cap="none" normalizeH="0" baseline="0">
              <a:ln>
                <a:noFill/>
              </a:ln>
              <a:effectLst/>
              <a:latin typeface="Arial Unicode MS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33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10EF-828D-FDED-6851-ECCB32B45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Demonstration Plan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B06245-FCA1-F071-7CD3-A65E5AF28DC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2" y="2249487"/>
          <a:ext cx="9905999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136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0" y="-11384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40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0" y="-9998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45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73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13238"/>
            <a:ext cx="4062718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5C21C3-66F7-AC90-3959-121DEE877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134681"/>
            <a:ext cx="2743310" cy="425502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794C0C-64E5-B2D8-17F4-C1BA234780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741063"/>
              </p:ext>
            </p:extLst>
          </p:nvPr>
        </p:nvGraphicFramePr>
        <p:xfrm>
          <a:off x="4662189" y="1134682"/>
          <a:ext cx="6692748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80499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A3B1D-EEA8-BE1D-3ABA-8F6B1A448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/>
              <a:t>Github Repository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8C9880E-6C34-1F98-395B-AD193928CF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5398241"/>
              </p:ext>
            </p:extLst>
          </p:nvPr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8980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9" name="Group 9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5873211-744B-32D5-F941-48DAE954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en-US" sz="4000"/>
              <a:t>The End!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08C6F-FA0C-F399-D0E7-E4A696B11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r>
              <a:rPr lang="en-US" sz="1800"/>
              <a:t>Thank you for your time.</a:t>
            </a:r>
            <a:br>
              <a:rPr lang="en-US" sz="1800"/>
            </a:br>
            <a:r>
              <a:rPr lang="en-US" sz="1800"/>
              <a:t>We are happy to answer any questions about the database design, implementation, or application.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400533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988</Words>
  <Application>Microsoft Office PowerPoint</Application>
  <PresentationFormat>Widescreen</PresentationFormat>
  <Paragraphs>161</Paragraphs>
  <Slides>19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 Unicode MS</vt:lpstr>
      <vt:lpstr>Arial</vt:lpstr>
      <vt:lpstr>Calibri</vt:lpstr>
      <vt:lpstr>Lato</vt:lpstr>
      <vt:lpstr>Tw Cen MT</vt:lpstr>
      <vt:lpstr>Circuit</vt:lpstr>
      <vt:lpstr>Database Systems: Phase 3 Presentation</vt:lpstr>
      <vt:lpstr>System Description</vt:lpstr>
      <vt:lpstr>Use-Case Description</vt:lpstr>
      <vt:lpstr>Use-Case Description (Continued)</vt:lpstr>
      <vt:lpstr>E/R Diagram</vt:lpstr>
      <vt:lpstr>E/R Diagram</vt:lpstr>
      <vt:lpstr>E/R Diagram</vt:lpstr>
      <vt:lpstr>PowerPoint Presentation</vt:lpstr>
      <vt:lpstr>Relational Schema</vt:lpstr>
      <vt:lpstr>Implementation Details</vt:lpstr>
      <vt:lpstr>Application Layer</vt:lpstr>
      <vt:lpstr>Important Features Demo</vt:lpstr>
      <vt:lpstr>Important Features Demo</vt:lpstr>
      <vt:lpstr>Important Features Demo</vt:lpstr>
      <vt:lpstr>Example SQL Operations</vt:lpstr>
      <vt:lpstr>Demonstration Plan</vt:lpstr>
      <vt:lpstr>Summary</vt:lpstr>
      <vt:lpstr>Github Repository</vt:lpstr>
      <vt:lpstr>The End!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Systems: Phase 3 Presentation</dc:title>
  <dc:creator>Kristopher Pichon</dc:creator>
  <cp:lastModifiedBy>Kristopher Pichon</cp:lastModifiedBy>
  <cp:revision>2</cp:revision>
  <dcterms:created xsi:type="dcterms:W3CDTF">2025-12-08T00:58:59Z</dcterms:created>
  <dcterms:modified xsi:type="dcterms:W3CDTF">2025-12-12T04:58:31Z</dcterms:modified>
</cp:coreProperties>
</file>